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59" r:id="rId1"/>
    <p:sldMasterId id="2147483692" r:id="rId2"/>
  </p:sldMasterIdLst>
  <p:notesMasterIdLst>
    <p:notesMasterId r:id="rId11"/>
  </p:notesMasterIdLst>
  <p:handoutMasterIdLst>
    <p:handoutMasterId r:id="rId12"/>
  </p:handoutMasterIdLst>
  <p:sldIdLst>
    <p:sldId id="330" r:id="rId3"/>
    <p:sldId id="340" r:id="rId4"/>
    <p:sldId id="341" r:id="rId5"/>
    <p:sldId id="338" r:id="rId6"/>
    <p:sldId id="337" r:id="rId7"/>
    <p:sldId id="343" r:id="rId8"/>
    <p:sldId id="334" r:id="rId9"/>
    <p:sldId id="34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2223"/>
    <a:srgbClr val="EB2341"/>
    <a:srgbClr val="FF9953"/>
    <a:srgbClr val="FF653B"/>
    <a:srgbClr val="FF6600"/>
    <a:srgbClr val="EE3300"/>
    <a:srgbClr val="FF0000"/>
    <a:srgbClr val="6CBCD1"/>
    <a:srgbClr val="2A3A45"/>
    <a:srgbClr val="CDA4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18" autoAdjust="0"/>
    <p:restoredTop sz="76619" autoAdjust="0"/>
  </p:normalViewPr>
  <p:slideViewPr>
    <p:cSldViewPr snapToGrid="0" showGuides="1">
      <p:cViewPr varScale="1">
        <p:scale>
          <a:sx n="73" d="100"/>
          <a:sy n="73" d="100"/>
        </p:scale>
        <p:origin x="797" y="5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2976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DDCC7D9-4B34-4F85-9DAE-2C3C476C1C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9C2724-FF66-4AEC-986C-F1ECF4911BC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763208-4D5B-44C4-A045-6495A8B44929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C0D9D7-F7F2-409A-89D5-542D106E9AE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E35BE0-0675-46A0-81BD-572D42AE4E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1A1B75-E75A-491C-95D1-D70845B24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9240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89243F-B1BB-4202-BD78-416ACA55517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8D2766-C49B-4C1A-9FEE-6F146754B0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041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048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78CD3-7B79-7E1A-04D8-2B91054C9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2D8BCE-BFE3-3228-7086-6138D014BB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E54A33-BF53-CA14-6530-8A31E90BDA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1137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1396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ECE43-BE50-4C35-C1E9-1B566C005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1F3AD5-67B7-2D10-B6AC-7C13E6C566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63C188-AADB-B5A5-B747-50BA614B8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1336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ECE43-BE50-4C35-C1E9-1B566C005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1F3AD5-67B7-2D10-B6AC-7C13E6C566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63C188-AADB-B5A5-B747-50BA614B8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265000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61F76-388B-8BCC-41E3-3635F6945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634265-EF0A-E3B5-9093-0FF1026F19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FCB90A-D1C0-767A-944B-257B524ED6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167527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B51BC-4B17-1AAE-8FE4-8C4B9F4CE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EEAD9A-1D5E-6385-BE07-3F055AE7A5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8FEA51-8631-FC39-B957-B0B396324E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© Copyright </a:t>
            </a:r>
            <a:r>
              <a:rPr lang="en-US" b="1"/>
              <a:t>PresentationGo.com</a:t>
            </a:r>
            <a:r>
              <a:rPr lang="en-US"/>
              <a:t> – The free PowerPoint template library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4509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resentationgo.com/" TargetMode="Externa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C080B99-07D2-4EFE-919F-8D441B19CB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" y="0"/>
            <a:ext cx="12191994" cy="4159244"/>
          </a:xfrm>
          <a:custGeom>
            <a:avLst/>
            <a:gdLst>
              <a:gd name="connsiteX0" fmla="*/ 3009998 w 12191994"/>
              <a:gd name="connsiteY0" fmla="*/ 4228754 h 4242819"/>
              <a:gd name="connsiteX1" fmla="*/ 2899539 w 12191994"/>
              <a:gd name="connsiteY1" fmla="*/ 4233139 h 4242819"/>
              <a:gd name="connsiteX2" fmla="*/ 2823072 w 12191994"/>
              <a:gd name="connsiteY2" fmla="*/ 4234148 h 4242819"/>
              <a:gd name="connsiteX3" fmla="*/ 3675237 w 12191994"/>
              <a:gd name="connsiteY3" fmla="*/ 4200953 h 4242819"/>
              <a:gd name="connsiteX4" fmla="*/ 3622991 w 12191994"/>
              <a:gd name="connsiteY4" fmla="*/ 4204420 h 4242819"/>
              <a:gd name="connsiteX5" fmla="*/ 3510832 w 12191994"/>
              <a:gd name="connsiteY5" fmla="*/ 4208872 h 4242819"/>
              <a:gd name="connsiteX6" fmla="*/ 0 w 12191994"/>
              <a:gd name="connsiteY6" fmla="*/ 4156678 h 4242819"/>
              <a:gd name="connsiteX7" fmla="*/ 61025 w 12191994"/>
              <a:gd name="connsiteY7" fmla="*/ 4162195 h 4242819"/>
              <a:gd name="connsiteX8" fmla="*/ 2166125 w 12191994"/>
              <a:gd name="connsiteY8" fmla="*/ 4242818 h 4242819"/>
              <a:gd name="connsiteX9" fmla="*/ 2166418 w 12191994"/>
              <a:gd name="connsiteY9" fmla="*/ 4242815 h 4242819"/>
              <a:gd name="connsiteX10" fmla="*/ 2166128 w 12191994"/>
              <a:gd name="connsiteY10" fmla="*/ 4242819 h 4242819"/>
              <a:gd name="connsiteX11" fmla="*/ 61028 w 12191994"/>
              <a:gd name="connsiteY11" fmla="*/ 4162196 h 4242819"/>
              <a:gd name="connsiteX12" fmla="*/ 0 w 12191994"/>
              <a:gd name="connsiteY12" fmla="*/ 4156679 h 4242819"/>
              <a:gd name="connsiteX13" fmla="*/ 0 w 12191994"/>
              <a:gd name="connsiteY13" fmla="*/ 0 h 4242819"/>
              <a:gd name="connsiteX14" fmla="*/ 12191994 w 12191994"/>
              <a:gd name="connsiteY14" fmla="*/ 0 h 4242819"/>
              <a:gd name="connsiteX15" fmla="*/ 12191994 w 12191994"/>
              <a:gd name="connsiteY15" fmla="*/ 2062010 h 4242819"/>
              <a:gd name="connsiteX16" fmla="*/ 12172138 w 12191994"/>
              <a:gd name="connsiteY16" fmla="*/ 2073270 h 4242819"/>
              <a:gd name="connsiteX17" fmla="*/ 4335530 w 12191994"/>
              <a:gd name="connsiteY17" fmla="*/ 4157144 h 4242819"/>
              <a:gd name="connsiteX18" fmla="*/ 4303869 w 12191994"/>
              <a:gd name="connsiteY18" fmla="*/ 4159244 h 4242819"/>
              <a:gd name="connsiteX19" fmla="*/ 4393550 w 12191994"/>
              <a:gd name="connsiteY19" fmla="*/ 4151137 h 4242819"/>
              <a:gd name="connsiteX20" fmla="*/ 4199670 w 12191994"/>
              <a:gd name="connsiteY20" fmla="*/ 4117929 h 4242819"/>
              <a:gd name="connsiteX21" fmla="*/ 500184 w 12191994"/>
              <a:gd name="connsiteY21" fmla="*/ 3043554 h 4242819"/>
              <a:gd name="connsiteX22" fmla="*/ 0 w 12191994"/>
              <a:gd name="connsiteY22" fmla="*/ 2813437 h 4242819"/>
              <a:gd name="connsiteX0" fmla="*/ 3009998 w 12191994"/>
              <a:gd name="connsiteY0" fmla="*/ 4228754 h 4242819"/>
              <a:gd name="connsiteX1" fmla="*/ 2899539 w 12191994"/>
              <a:gd name="connsiteY1" fmla="*/ 4233139 h 4242819"/>
              <a:gd name="connsiteX2" fmla="*/ 2823072 w 12191994"/>
              <a:gd name="connsiteY2" fmla="*/ 4234148 h 4242819"/>
              <a:gd name="connsiteX3" fmla="*/ 3009998 w 12191994"/>
              <a:gd name="connsiteY3" fmla="*/ 4228754 h 4242819"/>
              <a:gd name="connsiteX4" fmla="*/ 3675237 w 12191994"/>
              <a:gd name="connsiteY4" fmla="*/ 4200953 h 4242819"/>
              <a:gd name="connsiteX5" fmla="*/ 3622991 w 12191994"/>
              <a:gd name="connsiteY5" fmla="*/ 4204420 h 4242819"/>
              <a:gd name="connsiteX6" fmla="*/ 3510832 w 12191994"/>
              <a:gd name="connsiteY6" fmla="*/ 4208872 h 4242819"/>
              <a:gd name="connsiteX7" fmla="*/ 3675237 w 12191994"/>
              <a:gd name="connsiteY7" fmla="*/ 4200953 h 4242819"/>
              <a:gd name="connsiteX8" fmla="*/ 0 w 12191994"/>
              <a:gd name="connsiteY8" fmla="*/ 4156679 h 4242819"/>
              <a:gd name="connsiteX9" fmla="*/ 61025 w 12191994"/>
              <a:gd name="connsiteY9" fmla="*/ 4162195 h 4242819"/>
              <a:gd name="connsiteX10" fmla="*/ 2166125 w 12191994"/>
              <a:gd name="connsiteY10" fmla="*/ 4242818 h 4242819"/>
              <a:gd name="connsiteX11" fmla="*/ 2166418 w 12191994"/>
              <a:gd name="connsiteY11" fmla="*/ 4242815 h 4242819"/>
              <a:gd name="connsiteX12" fmla="*/ 2166128 w 12191994"/>
              <a:gd name="connsiteY12" fmla="*/ 4242819 h 4242819"/>
              <a:gd name="connsiteX13" fmla="*/ 61028 w 12191994"/>
              <a:gd name="connsiteY13" fmla="*/ 4162196 h 4242819"/>
              <a:gd name="connsiteX14" fmla="*/ 0 w 12191994"/>
              <a:gd name="connsiteY14" fmla="*/ 4156679 h 4242819"/>
              <a:gd name="connsiteX15" fmla="*/ 0 w 12191994"/>
              <a:gd name="connsiteY15" fmla="*/ 0 h 4242819"/>
              <a:gd name="connsiteX16" fmla="*/ 12191994 w 12191994"/>
              <a:gd name="connsiteY16" fmla="*/ 0 h 4242819"/>
              <a:gd name="connsiteX17" fmla="*/ 12191994 w 12191994"/>
              <a:gd name="connsiteY17" fmla="*/ 2062010 h 4242819"/>
              <a:gd name="connsiteX18" fmla="*/ 12172138 w 12191994"/>
              <a:gd name="connsiteY18" fmla="*/ 2073270 h 4242819"/>
              <a:gd name="connsiteX19" fmla="*/ 4335530 w 12191994"/>
              <a:gd name="connsiteY19" fmla="*/ 4157144 h 4242819"/>
              <a:gd name="connsiteX20" fmla="*/ 4303869 w 12191994"/>
              <a:gd name="connsiteY20" fmla="*/ 4159244 h 4242819"/>
              <a:gd name="connsiteX21" fmla="*/ 4393550 w 12191994"/>
              <a:gd name="connsiteY21" fmla="*/ 4151137 h 4242819"/>
              <a:gd name="connsiteX22" fmla="*/ 4199670 w 12191994"/>
              <a:gd name="connsiteY22" fmla="*/ 4117929 h 4242819"/>
              <a:gd name="connsiteX23" fmla="*/ 500184 w 12191994"/>
              <a:gd name="connsiteY23" fmla="*/ 3043554 h 4242819"/>
              <a:gd name="connsiteX24" fmla="*/ 0 w 12191994"/>
              <a:gd name="connsiteY24" fmla="*/ 2813437 h 4242819"/>
              <a:gd name="connsiteX25" fmla="*/ 0 w 12191994"/>
              <a:gd name="connsiteY25" fmla="*/ 0 h 4242819"/>
              <a:gd name="connsiteX0" fmla="*/ 3009998 w 12191994"/>
              <a:gd name="connsiteY0" fmla="*/ 4228754 h 4242819"/>
              <a:gd name="connsiteX1" fmla="*/ 2899539 w 12191994"/>
              <a:gd name="connsiteY1" fmla="*/ 4233139 h 4242819"/>
              <a:gd name="connsiteX2" fmla="*/ 2823072 w 12191994"/>
              <a:gd name="connsiteY2" fmla="*/ 4234148 h 4242819"/>
              <a:gd name="connsiteX3" fmla="*/ 3009998 w 12191994"/>
              <a:gd name="connsiteY3" fmla="*/ 4228754 h 4242819"/>
              <a:gd name="connsiteX4" fmla="*/ 3675237 w 12191994"/>
              <a:gd name="connsiteY4" fmla="*/ 4200953 h 4242819"/>
              <a:gd name="connsiteX5" fmla="*/ 3622991 w 12191994"/>
              <a:gd name="connsiteY5" fmla="*/ 4204420 h 4242819"/>
              <a:gd name="connsiteX6" fmla="*/ 3510832 w 12191994"/>
              <a:gd name="connsiteY6" fmla="*/ 4208872 h 4242819"/>
              <a:gd name="connsiteX7" fmla="*/ 3675237 w 12191994"/>
              <a:gd name="connsiteY7" fmla="*/ 4200953 h 4242819"/>
              <a:gd name="connsiteX8" fmla="*/ 0 w 12191994"/>
              <a:gd name="connsiteY8" fmla="*/ 4156679 h 4242819"/>
              <a:gd name="connsiteX9" fmla="*/ 61025 w 12191994"/>
              <a:gd name="connsiteY9" fmla="*/ 4162195 h 4242819"/>
              <a:gd name="connsiteX10" fmla="*/ 2166125 w 12191994"/>
              <a:gd name="connsiteY10" fmla="*/ 4242818 h 4242819"/>
              <a:gd name="connsiteX11" fmla="*/ 2166418 w 12191994"/>
              <a:gd name="connsiteY11" fmla="*/ 4242815 h 4242819"/>
              <a:gd name="connsiteX12" fmla="*/ 2166128 w 12191994"/>
              <a:gd name="connsiteY12" fmla="*/ 4242819 h 4242819"/>
              <a:gd name="connsiteX13" fmla="*/ 0 w 12191994"/>
              <a:gd name="connsiteY13" fmla="*/ 4156679 h 4242819"/>
              <a:gd name="connsiteX14" fmla="*/ 0 w 12191994"/>
              <a:gd name="connsiteY14" fmla="*/ 0 h 4242819"/>
              <a:gd name="connsiteX15" fmla="*/ 12191994 w 12191994"/>
              <a:gd name="connsiteY15" fmla="*/ 0 h 4242819"/>
              <a:gd name="connsiteX16" fmla="*/ 12191994 w 12191994"/>
              <a:gd name="connsiteY16" fmla="*/ 2062010 h 4242819"/>
              <a:gd name="connsiteX17" fmla="*/ 12172138 w 12191994"/>
              <a:gd name="connsiteY17" fmla="*/ 2073270 h 4242819"/>
              <a:gd name="connsiteX18" fmla="*/ 4335530 w 12191994"/>
              <a:gd name="connsiteY18" fmla="*/ 4157144 h 4242819"/>
              <a:gd name="connsiteX19" fmla="*/ 4303869 w 12191994"/>
              <a:gd name="connsiteY19" fmla="*/ 4159244 h 4242819"/>
              <a:gd name="connsiteX20" fmla="*/ 4393550 w 12191994"/>
              <a:gd name="connsiteY20" fmla="*/ 4151137 h 4242819"/>
              <a:gd name="connsiteX21" fmla="*/ 4199670 w 12191994"/>
              <a:gd name="connsiteY21" fmla="*/ 4117929 h 4242819"/>
              <a:gd name="connsiteX22" fmla="*/ 500184 w 12191994"/>
              <a:gd name="connsiteY22" fmla="*/ 3043554 h 4242819"/>
              <a:gd name="connsiteX23" fmla="*/ 0 w 12191994"/>
              <a:gd name="connsiteY23" fmla="*/ 2813437 h 4242819"/>
              <a:gd name="connsiteX24" fmla="*/ 0 w 12191994"/>
              <a:gd name="connsiteY24" fmla="*/ 0 h 4242819"/>
              <a:gd name="connsiteX0" fmla="*/ 3009998 w 12191994"/>
              <a:gd name="connsiteY0" fmla="*/ 4228754 h 4242819"/>
              <a:gd name="connsiteX1" fmla="*/ 2899539 w 12191994"/>
              <a:gd name="connsiteY1" fmla="*/ 4233139 h 4242819"/>
              <a:gd name="connsiteX2" fmla="*/ 2823072 w 12191994"/>
              <a:gd name="connsiteY2" fmla="*/ 4234148 h 4242819"/>
              <a:gd name="connsiteX3" fmla="*/ 3009998 w 12191994"/>
              <a:gd name="connsiteY3" fmla="*/ 4228754 h 4242819"/>
              <a:gd name="connsiteX4" fmla="*/ 3675237 w 12191994"/>
              <a:gd name="connsiteY4" fmla="*/ 4200953 h 4242819"/>
              <a:gd name="connsiteX5" fmla="*/ 3622991 w 12191994"/>
              <a:gd name="connsiteY5" fmla="*/ 4204420 h 4242819"/>
              <a:gd name="connsiteX6" fmla="*/ 3510832 w 12191994"/>
              <a:gd name="connsiteY6" fmla="*/ 4208872 h 4242819"/>
              <a:gd name="connsiteX7" fmla="*/ 3675237 w 12191994"/>
              <a:gd name="connsiteY7" fmla="*/ 4200953 h 4242819"/>
              <a:gd name="connsiteX8" fmla="*/ 0 w 12191994"/>
              <a:gd name="connsiteY8" fmla="*/ 4156679 h 4242819"/>
              <a:gd name="connsiteX9" fmla="*/ 2166125 w 12191994"/>
              <a:gd name="connsiteY9" fmla="*/ 4242818 h 4242819"/>
              <a:gd name="connsiteX10" fmla="*/ 2166418 w 12191994"/>
              <a:gd name="connsiteY10" fmla="*/ 4242815 h 4242819"/>
              <a:gd name="connsiteX11" fmla="*/ 2166128 w 12191994"/>
              <a:gd name="connsiteY11" fmla="*/ 4242819 h 4242819"/>
              <a:gd name="connsiteX12" fmla="*/ 0 w 12191994"/>
              <a:gd name="connsiteY12" fmla="*/ 4156679 h 4242819"/>
              <a:gd name="connsiteX13" fmla="*/ 0 w 12191994"/>
              <a:gd name="connsiteY13" fmla="*/ 0 h 4242819"/>
              <a:gd name="connsiteX14" fmla="*/ 12191994 w 12191994"/>
              <a:gd name="connsiteY14" fmla="*/ 0 h 4242819"/>
              <a:gd name="connsiteX15" fmla="*/ 12191994 w 12191994"/>
              <a:gd name="connsiteY15" fmla="*/ 2062010 h 4242819"/>
              <a:gd name="connsiteX16" fmla="*/ 12172138 w 12191994"/>
              <a:gd name="connsiteY16" fmla="*/ 2073270 h 4242819"/>
              <a:gd name="connsiteX17" fmla="*/ 4335530 w 12191994"/>
              <a:gd name="connsiteY17" fmla="*/ 4157144 h 4242819"/>
              <a:gd name="connsiteX18" fmla="*/ 4303869 w 12191994"/>
              <a:gd name="connsiteY18" fmla="*/ 4159244 h 4242819"/>
              <a:gd name="connsiteX19" fmla="*/ 4393550 w 12191994"/>
              <a:gd name="connsiteY19" fmla="*/ 4151137 h 4242819"/>
              <a:gd name="connsiteX20" fmla="*/ 4199670 w 12191994"/>
              <a:gd name="connsiteY20" fmla="*/ 4117929 h 4242819"/>
              <a:gd name="connsiteX21" fmla="*/ 500184 w 12191994"/>
              <a:gd name="connsiteY21" fmla="*/ 3043554 h 4242819"/>
              <a:gd name="connsiteX22" fmla="*/ 0 w 12191994"/>
              <a:gd name="connsiteY22" fmla="*/ 2813437 h 4242819"/>
              <a:gd name="connsiteX23" fmla="*/ 0 w 12191994"/>
              <a:gd name="connsiteY23" fmla="*/ 0 h 4242819"/>
              <a:gd name="connsiteX0" fmla="*/ 3009998 w 12191994"/>
              <a:gd name="connsiteY0" fmla="*/ 4228754 h 4242819"/>
              <a:gd name="connsiteX1" fmla="*/ 2899539 w 12191994"/>
              <a:gd name="connsiteY1" fmla="*/ 4233139 h 4242819"/>
              <a:gd name="connsiteX2" fmla="*/ 2823072 w 12191994"/>
              <a:gd name="connsiteY2" fmla="*/ 4234148 h 4242819"/>
              <a:gd name="connsiteX3" fmla="*/ 3009998 w 12191994"/>
              <a:gd name="connsiteY3" fmla="*/ 4228754 h 4242819"/>
              <a:gd name="connsiteX4" fmla="*/ 3675237 w 12191994"/>
              <a:gd name="connsiteY4" fmla="*/ 4200953 h 4242819"/>
              <a:gd name="connsiteX5" fmla="*/ 3622991 w 12191994"/>
              <a:gd name="connsiteY5" fmla="*/ 4204420 h 4242819"/>
              <a:gd name="connsiteX6" fmla="*/ 3510832 w 12191994"/>
              <a:gd name="connsiteY6" fmla="*/ 4208872 h 4242819"/>
              <a:gd name="connsiteX7" fmla="*/ 3675237 w 12191994"/>
              <a:gd name="connsiteY7" fmla="*/ 4200953 h 4242819"/>
              <a:gd name="connsiteX8" fmla="*/ 2166128 w 12191994"/>
              <a:gd name="connsiteY8" fmla="*/ 4242819 h 4242819"/>
              <a:gd name="connsiteX9" fmla="*/ 2166125 w 12191994"/>
              <a:gd name="connsiteY9" fmla="*/ 4242818 h 4242819"/>
              <a:gd name="connsiteX10" fmla="*/ 2166418 w 12191994"/>
              <a:gd name="connsiteY10" fmla="*/ 4242815 h 4242819"/>
              <a:gd name="connsiteX11" fmla="*/ 2166128 w 12191994"/>
              <a:gd name="connsiteY11" fmla="*/ 4242819 h 4242819"/>
              <a:gd name="connsiteX12" fmla="*/ 0 w 12191994"/>
              <a:gd name="connsiteY12" fmla="*/ 0 h 4242819"/>
              <a:gd name="connsiteX13" fmla="*/ 12191994 w 12191994"/>
              <a:gd name="connsiteY13" fmla="*/ 0 h 4242819"/>
              <a:gd name="connsiteX14" fmla="*/ 12191994 w 12191994"/>
              <a:gd name="connsiteY14" fmla="*/ 2062010 h 4242819"/>
              <a:gd name="connsiteX15" fmla="*/ 12172138 w 12191994"/>
              <a:gd name="connsiteY15" fmla="*/ 2073270 h 4242819"/>
              <a:gd name="connsiteX16" fmla="*/ 4335530 w 12191994"/>
              <a:gd name="connsiteY16" fmla="*/ 4157144 h 4242819"/>
              <a:gd name="connsiteX17" fmla="*/ 4303869 w 12191994"/>
              <a:gd name="connsiteY17" fmla="*/ 4159244 h 4242819"/>
              <a:gd name="connsiteX18" fmla="*/ 4393550 w 12191994"/>
              <a:gd name="connsiteY18" fmla="*/ 4151137 h 4242819"/>
              <a:gd name="connsiteX19" fmla="*/ 4199670 w 12191994"/>
              <a:gd name="connsiteY19" fmla="*/ 4117929 h 4242819"/>
              <a:gd name="connsiteX20" fmla="*/ 500184 w 12191994"/>
              <a:gd name="connsiteY20" fmla="*/ 3043554 h 4242819"/>
              <a:gd name="connsiteX21" fmla="*/ 0 w 12191994"/>
              <a:gd name="connsiteY21" fmla="*/ 2813437 h 4242819"/>
              <a:gd name="connsiteX22" fmla="*/ 0 w 12191994"/>
              <a:gd name="connsiteY22" fmla="*/ 0 h 4242819"/>
              <a:gd name="connsiteX0" fmla="*/ 3009998 w 12191994"/>
              <a:gd name="connsiteY0" fmla="*/ 4228754 h 4242818"/>
              <a:gd name="connsiteX1" fmla="*/ 2899539 w 12191994"/>
              <a:gd name="connsiteY1" fmla="*/ 4233139 h 4242818"/>
              <a:gd name="connsiteX2" fmla="*/ 2823072 w 12191994"/>
              <a:gd name="connsiteY2" fmla="*/ 4234148 h 4242818"/>
              <a:gd name="connsiteX3" fmla="*/ 3009998 w 12191994"/>
              <a:gd name="connsiteY3" fmla="*/ 4228754 h 4242818"/>
              <a:gd name="connsiteX4" fmla="*/ 3675237 w 12191994"/>
              <a:gd name="connsiteY4" fmla="*/ 4200953 h 4242818"/>
              <a:gd name="connsiteX5" fmla="*/ 3622991 w 12191994"/>
              <a:gd name="connsiteY5" fmla="*/ 4204420 h 4242818"/>
              <a:gd name="connsiteX6" fmla="*/ 3510832 w 12191994"/>
              <a:gd name="connsiteY6" fmla="*/ 4208872 h 4242818"/>
              <a:gd name="connsiteX7" fmla="*/ 3675237 w 12191994"/>
              <a:gd name="connsiteY7" fmla="*/ 4200953 h 4242818"/>
              <a:gd name="connsiteX8" fmla="*/ 2166418 w 12191994"/>
              <a:gd name="connsiteY8" fmla="*/ 4242815 h 4242818"/>
              <a:gd name="connsiteX9" fmla="*/ 2166125 w 12191994"/>
              <a:gd name="connsiteY9" fmla="*/ 4242818 h 4242818"/>
              <a:gd name="connsiteX10" fmla="*/ 2166418 w 12191994"/>
              <a:gd name="connsiteY10" fmla="*/ 4242815 h 4242818"/>
              <a:gd name="connsiteX11" fmla="*/ 0 w 12191994"/>
              <a:gd name="connsiteY11" fmla="*/ 0 h 4242818"/>
              <a:gd name="connsiteX12" fmla="*/ 12191994 w 12191994"/>
              <a:gd name="connsiteY12" fmla="*/ 0 h 4242818"/>
              <a:gd name="connsiteX13" fmla="*/ 12191994 w 12191994"/>
              <a:gd name="connsiteY13" fmla="*/ 2062010 h 4242818"/>
              <a:gd name="connsiteX14" fmla="*/ 12172138 w 12191994"/>
              <a:gd name="connsiteY14" fmla="*/ 2073270 h 4242818"/>
              <a:gd name="connsiteX15" fmla="*/ 4335530 w 12191994"/>
              <a:gd name="connsiteY15" fmla="*/ 4157144 h 4242818"/>
              <a:gd name="connsiteX16" fmla="*/ 4303869 w 12191994"/>
              <a:gd name="connsiteY16" fmla="*/ 4159244 h 4242818"/>
              <a:gd name="connsiteX17" fmla="*/ 4393550 w 12191994"/>
              <a:gd name="connsiteY17" fmla="*/ 4151137 h 4242818"/>
              <a:gd name="connsiteX18" fmla="*/ 4199670 w 12191994"/>
              <a:gd name="connsiteY18" fmla="*/ 4117929 h 4242818"/>
              <a:gd name="connsiteX19" fmla="*/ 500184 w 12191994"/>
              <a:gd name="connsiteY19" fmla="*/ 3043554 h 4242818"/>
              <a:gd name="connsiteX20" fmla="*/ 0 w 12191994"/>
              <a:gd name="connsiteY20" fmla="*/ 2813437 h 4242818"/>
              <a:gd name="connsiteX21" fmla="*/ 0 w 12191994"/>
              <a:gd name="connsiteY21" fmla="*/ 0 h 4242818"/>
              <a:gd name="connsiteX0" fmla="*/ 3009998 w 12191994"/>
              <a:gd name="connsiteY0" fmla="*/ 4228754 h 4234148"/>
              <a:gd name="connsiteX1" fmla="*/ 2899539 w 12191994"/>
              <a:gd name="connsiteY1" fmla="*/ 4233139 h 4234148"/>
              <a:gd name="connsiteX2" fmla="*/ 2823072 w 12191994"/>
              <a:gd name="connsiteY2" fmla="*/ 4234148 h 4234148"/>
              <a:gd name="connsiteX3" fmla="*/ 3009998 w 12191994"/>
              <a:gd name="connsiteY3" fmla="*/ 4228754 h 4234148"/>
              <a:gd name="connsiteX4" fmla="*/ 3675237 w 12191994"/>
              <a:gd name="connsiteY4" fmla="*/ 4200953 h 4234148"/>
              <a:gd name="connsiteX5" fmla="*/ 3622991 w 12191994"/>
              <a:gd name="connsiteY5" fmla="*/ 4204420 h 4234148"/>
              <a:gd name="connsiteX6" fmla="*/ 3510832 w 12191994"/>
              <a:gd name="connsiteY6" fmla="*/ 4208872 h 4234148"/>
              <a:gd name="connsiteX7" fmla="*/ 3675237 w 12191994"/>
              <a:gd name="connsiteY7" fmla="*/ 4200953 h 4234148"/>
              <a:gd name="connsiteX8" fmla="*/ 0 w 12191994"/>
              <a:gd name="connsiteY8" fmla="*/ 0 h 4234148"/>
              <a:gd name="connsiteX9" fmla="*/ 12191994 w 12191994"/>
              <a:gd name="connsiteY9" fmla="*/ 0 h 4234148"/>
              <a:gd name="connsiteX10" fmla="*/ 12191994 w 12191994"/>
              <a:gd name="connsiteY10" fmla="*/ 2062010 h 4234148"/>
              <a:gd name="connsiteX11" fmla="*/ 12172138 w 12191994"/>
              <a:gd name="connsiteY11" fmla="*/ 2073270 h 4234148"/>
              <a:gd name="connsiteX12" fmla="*/ 4335530 w 12191994"/>
              <a:gd name="connsiteY12" fmla="*/ 4157144 h 4234148"/>
              <a:gd name="connsiteX13" fmla="*/ 4303869 w 12191994"/>
              <a:gd name="connsiteY13" fmla="*/ 4159244 h 4234148"/>
              <a:gd name="connsiteX14" fmla="*/ 4393550 w 12191994"/>
              <a:gd name="connsiteY14" fmla="*/ 4151137 h 4234148"/>
              <a:gd name="connsiteX15" fmla="*/ 4199670 w 12191994"/>
              <a:gd name="connsiteY15" fmla="*/ 4117929 h 4234148"/>
              <a:gd name="connsiteX16" fmla="*/ 500184 w 12191994"/>
              <a:gd name="connsiteY16" fmla="*/ 3043554 h 4234148"/>
              <a:gd name="connsiteX17" fmla="*/ 0 w 12191994"/>
              <a:gd name="connsiteY17" fmla="*/ 2813437 h 4234148"/>
              <a:gd name="connsiteX18" fmla="*/ 0 w 12191994"/>
              <a:gd name="connsiteY18" fmla="*/ 0 h 4234148"/>
              <a:gd name="connsiteX0" fmla="*/ 3009998 w 12191994"/>
              <a:gd name="connsiteY0" fmla="*/ 4228754 h 4233139"/>
              <a:gd name="connsiteX1" fmla="*/ 2899539 w 12191994"/>
              <a:gd name="connsiteY1" fmla="*/ 4233139 h 4233139"/>
              <a:gd name="connsiteX2" fmla="*/ 3009998 w 12191994"/>
              <a:gd name="connsiteY2" fmla="*/ 4228754 h 4233139"/>
              <a:gd name="connsiteX3" fmla="*/ 3675237 w 12191994"/>
              <a:gd name="connsiteY3" fmla="*/ 4200953 h 4233139"/>
              <a:gd name="connsiteX4" fmla="*/ 3622991 w 12191994"/>
              <a:gd name="connsiteY4" fmla="*/ 4204420 h 4233139"/>
              <a:gd name="connsiteX5" fmla="*/ 3510832 w 12191994"/>
              <a:gd name="connsiteY5" fmla="*/ 4208872 h 4233139"/>
              <a:gd name="connsiteX6" fmla="*/ 3675237 w 12191994"/>
              <a:gd name="connsiteY6" fmla="*/ 4200953 h 4233139"/>
              <a:gd name="connsiteX7" fmla="*/ 0 w 12191994"/>
              <a:gd name="connsiteY7" fmla="*/ 0 h 4233139"/>
              <a:gd name="connsiteX8" fmla="*/ 12191994 w 12191994"/>
              <a:gd name="connsiteY8" fmla="*/ 0 h 4233139"/>
              <a:gd name="connsiteX9" fmla="*/ 12191994 w 12191994"/>
              <a:gd name="connsiteY9" fmla="*/ 2062010 h 4233139"/>
              <a:gd name="connsiteX10" fmla="*/ 12172138 w 12191994"/>
              <a:gd name="connsiteY10" fmla="*/ 2073270 h 4233139"/>
              <a:gd name="connsiteX11" fmla="*/ 4335530 w 12191994"/>
              <a:gd name="connsiteY11" fmla="*/ 4157144 h 4233139"/>
              <a:gd name="connsiteX12" fmla="*/ 4303869 w 12191994"/>
              <a:gd name="connsiteY12" fmla="*/ 4159244 h 4233139"/>
              <a:gd name="connsiteX13" fmla="*/ 4393550 w 12191994"/>
              <a:gd name="connsiteY13" fmla="*/ 4151137 h 4233139"/>
              <a:gd name="connsiteX14" fmla="*/ 4199670 w 12191994"/>
              <a:gd name="connsiteY14" fmla="*/ 4117929 h 4233139"/>
              <a:gd name="connsiteX15" fmla="*/ 500184 w 12191994"/>
              <a:gd name="connsiteY15" fmla="*/ 3043554 h 4233139"/>
              <a:gd name="connsiteX16" fmla="*/ 0 w 12191994"/>
              <a:gd name="connsiteY16" fmla="*/ 2813437 h 4233139"/>
              <a:gd name="connsiteX17" fmla="*/ 0 w 12191994"/>
              <a:gd name="connsiteY17" fmla="*/ 0 h 4233139"/>
              <a:gd name="connsiteX0" fmla="*/ 3675237 w 12191994"/>
              <a:gd name="connsiteY0" fmla="*/ 4200953 h 4208872"/>
              <a:gd name="connsiteX1" fmla="*/ 3622991 w 12191994"/>
              <a:gd name="connsiteY1" fmla="*/ 4204420 h 4208872"/>
              <a:gd name="connsiteX2" fmla="*/ 3510832 w 12191994"/>
              <a:gd name="connsiteY2" fmla="*/ 4208872 h 4208872"/>
              <a:gd name="connsiteX3" fmla="*/ 3675237 w 12191994"/>
              <a:gd name="connsiteY3" fmla="*/ 4200953 h 4208872"/>
              <a:gd name="connsiteX4" fmla="*/ 0 w 12191994"/>
              <a:gd name="connsiteY4" fmla="*/ 0 h 4208872"/>
              <a:gd name="connsiteX5" fmla="*/ 12191994 w 12191994"/>
              <a:gd name="connsiteY5" fmla="*/ 0 h 4208872"/>
              <a:gd name="connsiteX6" fmla="*/ 12191994 w 12191994"/>
              <a:gd name="connsiteY6" fmla="*/ 2062010 h 4208872"/>
              <a:gd name="connsiteX7" fmla="*/ 12172138 w 12191994"/>
              <a:gd name="connsiteY7" fmla="*/ 2073270 h 4208872"/>
              <a:gd name="connsiteX8" fmla="*/ 4335530 w 12191994"/>
              <a:gd name="connsiteY8" fmla="*/ 4157144 h 4208872"/>
              <a:gd name="connsiteX9" fmla="*/ 4303869 w 12191994"/>
              <a:gd name="connsiteY9" fmla="*/ 4159244 h 4208872"/>
              <a:gd name="connsiteX10" fmla="*/ 4393550 w 12191994"/>
              <a:gd name="connsiteY10" fmla="*/ 4151137 h 4208872"/>
              <a:gd name="connsiteX11" fmla="*/ 4199670 w 12191994"/>
              <a:gd name="connsiteY11" fmla="*/ 4117929 h 4208872"/>
              <a:gd name="connsiteX12" fmla="*/ 500184 w 12191994"/>
              <a:gd name="connsiteY12" fmla="*/ 3043554 h 4208872"/>
              <a:gd name="connsiteX13" fmla="*/ 0 w 12191994"/>
              <a:gd name="connsiteY13" fmla="*/ 2813437 h 4208872"/>
              <a:gd name="connsiteX14" fmla="*/ 0 w 12191994"/>
              <a:gd name="connsiteY14" fmla="*/ 0 h 4208872"/>
              <a:gd name="connsiteX0" fmla="*/ 3675237 w 12191994"/>
              <a:gd name="connsiteY0" fmla="*/ 4200953 h 4204420"/>
              <a:gd name="connsiteX1" fmla="*/ 3622991 w 12191994"/>
              <a:gd name="connsiteY1" fmla="*/ 4204420 h 4204420"/>
              <a:gd name="connsiteX2" fmla="*/ 3675237 w 12191994"/>
              <a:gd name="connsiteY2" fmla="*/ 4200953 h 4204420"/>
              <a:gd name="connsiteX3" fmla="*/ 0 w 12191994"/>
              <a:gd name="connsiteY3" fmla="*/ 0 h 4204420"/>
              <a:gd name="connsiteX4" fmla="*/ 12191994 w 12191994"/>
              <a:gd name="connsiteY4" fmla="*/ 0 h 4204420"/>
              <a:gd name="connsiteX5" fmla="*/ 12191994 w 12191994"/>
              <a:gd name="connsiteY5" fmla="*/ 2062010 h 4204420"/>
              <a:gd name="connsiteX6" fmla="*/ 12172138 w 12191994"/>
              <a:gd name="connsiteY6" fmla="*/ 2073270 h 4204420"/>
              <a:gd name="connsiteX7" fmla="*/ 4335530 w 12191994"/>
              <a:gd name="connsiteY7" fmla="*/ 4157144 h 4204420"/>
              <a:gd name="connsiteX8" fmla="*/ 4303869 w 12191994"/>
              <a:gd name="connsiteY8" fmla="*/ 4159244 h 4204420"/>
              <a:gd name="connsiteX9" fmla="*/ 4393550 w 12191994"/>
              <a:gd name="connsiteY9" fmla="*/ 4151137 h 4204420"/>
              <a:gd name="connsiteX10" fmla="*/ 4199670 w 12191994"/>
              <a:gd name="connsiteY10" fmla="*/ 4117929 h 4204420"/>
              <a:gd name="connsiteX11" fmla="*/ 500184 w 12191994"/>
              <a:gd name="connsiteY11" fmla="*/ 3043554 h 4204420"/>
              <a:gd name="connsiteX12" fmla="*/ 0 w 12191994"/>
              <a:gd name="connsiteY12" fmla="*/ 2813437 h 4204420"/>
              <a:gd name="connsiteX13" fmla="*/ 0 w 12191994"/>
              <a:gd name="connsiteY13" fmla="*/ 0 h 4204420"/>
              <a:gd name="connsiteX0" fmla="*/ 0 w 12191994"/>
              <a:gd name="connsiteY0" fmla="*/ 0 h 4159244"/>
              <a:gd name="connsiteX1" fmla="*/ 12191994 w 12191994"/>
              <a:gd name="connsiteY1" fmla="*/ 0 h 4159244"/>
              <a:gd name="connsiteX2" fmla="*/ 12191994 w 12191994"/>
              <a:gd name="connsiteY2" fmla="*/ 2062010 h 4159244"/>
              <a:gd name="connsiteX3" fmla="*/ 12172138 w 12191994"/>
              <a:gd name="connsiteY3" fmla="*/ 2073270 h 4159244"/>
              <a:gd name="connsiteX4" fmla="*/ 4335530 w 12191994"/>
              <a:gd name="connsiteY4" fmla="*/ 4157144 h 4159244"/>
              <a:gd name="connsiteX5" fmla="*/ 4303869 w 12191994"/>
              <a:gd name="connsiteY5" fmla="*/ 4159244 h 4159244"/>
              <a:gd name="connsiteX6" fmla="*/ 4393550 w 12191994"/>
              <a:gd name="connsiteY6" fmla="*/ 4151137 h 4159244"/>
              <a:gd name="connsiteX7" fmla="*/ 4199670 w 12191994"/>
              <a:gd name="connsiteY7" fmla="*/ 4117929 h 4159244"/>
              <a:gd name="connsiteX8" fmla="*/ 500184 w 12191994"/>
              <a:gd name="connsiteY8" fmla="*/ 3043554 h 4159244"/>
              <a:gd name="connsiteX9" fmla="*/ 0 w 12191994"/>
              <a:gd name="connsiteY9" fmla="*/ 2813437 h 4159244"/>
              <a:gd name="connsiteX10" fmla="*/ 0 w 12191994"/>
              <a:gd name="connsiteY10" fmla="*/ 0 h 4159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1994" h="4159244">
                <a:moveTo>
                  <a:pt x="0" y="0"/>
                </a:moveTo>
                <a:lnTo>
                  <a:pt x="12191994" y="0"/>
                </a:lnTo>
                <a:lnTo>
                  <a:pt x="12191994" y="2062010"/>
                </a:lnTo>
                <a:lnTo>
                  <a:pt x="12172138" y="2073270"/>
                </a:lnTo>
                <a:cubicBezTo>
                  <a:pt x="10126645" y="3159296"/>
                  <a:pt x="7398182" y="3912771"/>
                  <a:pt x="4335530" y="4157144"/>
                </a:cubicBezTo>
                <a:lnTo>
                  <a:pt x="4303869" y="4159244"/>
                </a:lnTo>
                <a:lnTo>
                  <a:pt x="4393550" y="4151137"/>
                </a:lnTo>
                <a:lnTo>
                  <a:pt x="4199670" y="4117929"/>
                </a:lnTo>
                <a:cubicBezTo>
                  <a:pt x="2842546" y="3866392"/>
                  <a:pt x="1594227" y="3500596"/>
                  <a:pt x="500184" y="3043554"/>
                </a:cubicBezTo>
                <a:lnTo>
                  <a:pt x="0" y="2813437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5A8ECF8-9EC0-4371-9073-B718C78D330B}"/>
              </a:ext>
            </a:extLst>
          </p:cNvPr>
          <p:cNvSpPr/>
          <p:nvPr userDrawn="1"/>
        </p:nvSpPr>
        <p:spPr>
          <a:xfrm>
            <a:off x="5987168" y="6021954"/>
            <a:ext cx="6204832" cy="836047"/>
          </a:xfrm>
          <a:custGeom>
            <a:avLst/>
            <a:gdLst>
              <a:gd name="connsiteX0" fmla="*/ 0 w 6204832"/>
              <a:gd name="connsiteY0" fmla="*/ 0 h 836047"/>
              <a:gd name="connsiteX1" fmla="*/ 304730 w 6204832"/>
              <a:gd name="connsiteY1" fmla="*/ 38149 h 836047"/>
              <a:gd name="connsiteX2" fmla="*/ 3397819 w 6204832"/>
              <a:gd name="connsiteY2" fmla="*/ 210757 h 836047"/>
              <a:gd name="connsiteX3" fmla="*/ 5889052 w 6204832"/>
              <a:gd name="connsiteY3" fmla="*/ 99488 h 836047"/>
              <a:gd name="connsiteX4" fmla="*/ 6204832 w 6204832"/>
              <a:gd name="connsiteY4" fmla="*/ 63660 h 836047"/>
              <a:gd name="connsiteX5" fmla="*/ 6204832 w 6204832"/>
              <a:gd name="connsiteY5" fmla="*/ 741992 h 836047"/>
              <a:gd name="connsiteX6" fmla="*/ 6204831 w 6204832"/>
              <a:gd name="connsiteY6" fmla="*/ 741992 h 836047"/>
              <a:gd name="connsiteX7" fmla="*/ 6204831 w 6204832"/>
              <a:gd name="connsiteY7" fmla="*/ 836047 h 836047"/>
              <a:gd name="connsiteX8" fmla="*/ 2954095 w 6204832"/>
              <a:gd name="connsiteY8" fmla="*/ 836047 h 836047"/>
              <a:gd name="connsiteX9" fmla="*/ 2930417 w 6204832"/>
              <a:gd name="connsiteY9" fmla="*/ 833175 h 836047"/>
              <a:gd name="connsiteX10" fmla="*/ 165022 w 6204832"/>
              <a:gd name="connsiteY10" fmla="*/ 73132 h 836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204832" h="836047">
                <a:moveTo>
                  <a:pt x="0" y="0"/>
                </a:moveTo>
                <a:lnTo>
                  <a:pt x="304730" y="38149"/>
                </a:lnTo>
                <a:cubicBezTo>
                  <a:pt x="1300024" y="151139"/>
                  <a:pt x="2335168" y="210757"/>
                  <a:pt x="3397819" y="210757"/>
                </a:cubicBezTo>
                <a:cubicBezTo>
                  <a:pt x="4247941" y="210757"/>
                  <a:pt x="5080458" y="172602"/>
                  <a:pt x="5889052" y="99488"/>
                </a:cubicBezTo>
                <a:lnTo>
                  <a:pt x="6204832" y="63660"/>
                </a:lnTo>
                <a:lnTo>
                  <a:pt x="6204832" y="741992"/>
                </a:lnTo>
                <a:lnTo>
                  <a:pt x="6204831" y="741992"/>
                </a:lnTo>
                <a:lnTo>
                  <a:pt x="6204831" y="836047"/>
                </a:lnTo>
                <a:lnTo>
                  <a:pt x="2954095" y="836047"/>
                </a:lnTo>
                <a:lnTo>
                  <a:pt x="2930417" y="833175"/>
                </a:lnTo>
                <a:cubicBezTo>
                  <a:pt x="1933531" y="687458"/>
                  <a:pt x="1000874" y="426847"/>
                  <a:pt x="165022" y="73132"/>
                </a:cubicBezTo>
                <a:close/>
              </a:path>
            </a:pathLst>
          </a:custGeom>
          <a:solidFill>
            <a:srgbClr val="2A3A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90A6D83-D876-44E9-844F-067A0C9D2F58}"/>
              </a:ext>
            </a:extLst>
          </p:cNvPr>
          <p:cNvSpPr/>
          <p:nvPr userDrawn="1"/>
        </p:nvSpPr>
        <p:spPr>
          <a:xfrm>
            <a:off x="0" y="2240554"/>
            <a:ext cx="12192000" cy="3861530"/>
          </a:xfrm>
          <a:custGeom>
            <a:avLst/>
            <a:gdLst>
              <a:gd name="connsiteX0" fmla="*/ 4072878 w 4072878"/>
              <a:gd name="connsiteY0" fmla="*/ 0 h 2548371"/>
              <a:gd name="connsiteX1" fmla="*/ 4072878 w 4072878"/>
              <a:gd name="connsiteY1" fmla="*/ 2451296 h 2548371"/>
              <a:gd name="connsiteX2" fmla="*/ 3967388 w 4072878"/>
              <a:gd name="connsiteY2" fmla="*/ 2474940 h 2548371"/>
              <a:gd name="connsiteX3" fmla="*/ 3135163 w 4072878"/>
              <a:gd name="connsiteY3" fmla="*/ 2548371 h 2548371"/>
              <a:gd name="connsiteX4" fmla="*/ 144639 w 4072878"/>
              <a:gd name="connsiteY4" fmla="*/ 1474801 h 2548371"/>
              <a:gd name="connsiteX5" fmla="*/ 0 w 4072878"/>
              <a:gd name="connsiteY5" fmla="*/ 1349511 h 2548371"/>
              <a:gd name="connsiteX6" fmla="*/ 7645 w 4072878"/>
              <a:gd name="connsiteY6" fmla="*/ 1350876 h 2548371"/>
              <a:gd name="connsiteX7" fmla="*/ 723622 w 4072878"/>
              <a:gd name="connsiteY7" fmla="*/ 1405047 h 2548371"/>
              <a:gd name="connsiteX8" fmla="*/ 3884734 w 4072878"/>
              <a:gd name="connsiteY8" fmla="*/ 183710 h 2548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072878" h="2548371">
                <a:moveTo>
                  <a:pt x="4072878" y="0"/>
                </a:moveTo>
                <a:lnTo>
                  <a:pt x="4072878" y="2451296"/>
                </a:lnTo>
                <a:lnTo>
                  <a:pt x="3967388" y="2474940"/>
                </a:lnTo>
                <a:cubicBezTo>
                  <a:pt x="3697268" y="2523191"/>
                  <a:pt x="3419156" y="2548371"/>
                  <a:pt x="3135163" y="2548371"/>
                </a:cubicBezTo>
                <a:cubicBezTo>
                  <a:pt x="1999192" y="2548371"/>
                  <a:pt x="957318" y="2145483"/>
                  <a:pt x="144639" y="1474801"/>
                </a:cubicBezTo>
                <a:lnTo>
                  <a:pt x="0" y="1349511"/>
                </a:lnTo>
                <a:lnTo>
                  <a:pt x="7645" y="1350876"/>
                </a:lnTo>
                <a:cubicBezTo>
                  <a:pt x="241098" y="1386547"/>
                  <a:pt x="480200" y="1405047"/>
                  <a:pt x="723622" y="1405047"/>
                </a:cubicBezTo>
                <a:cubicBezTo>
                  <a:pt x="1940736" y="1405047"/>
                  <a:pt x="3049826" y="942548"/>
                  <a:pt x="3884734" y="183710"/>
                </a:cubicBezTo>
                <a:close/>
              </a:path>
            </a:pathLst>
          </a:custGeom>
          <a:solidFill>
            <a:srgbClr val="DF22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ABCC98-1580-4C28-8EDC-0F8AF5CA98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7997" y="2814638"/>
            <a:ext cx="9144000" cy="2387600"/>
          </a:xfrm>
        </p:spPr>
        <p:txBody>
          <a:bodyPr rIns="365760" anchor="b">
            <a:normAutofit/>
          </a:bodyPr>
          <a:lstStyle>
            <a:lvl1pPr algn="r">
              <a:defRPr sz="48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E19115-C742-440E-8A08-171CBD18FE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7997" y="5202238"/>
            <a:ext cx="9144000" cy="899846"/>
          </a:xfrm>
        </p:spPr>
        <p:txBody>
          <a:bodyPr rIns="365760"/>
          <a:lstStyle>
            <a:lvl1pPr marL="0" indent="0" algn="r">
              <a:buNone/>
              <a:defRPr sz="240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EC0A06-6586-46C1-B5BF-0E56DC48A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6CBCD1"/>
                </a:solidFill>
              </a:defRPr>
            </a:lvl1pPr>
          </a:lstStyle>
          <a:p>
            <a:fld id="{18D9E8F6-4D81-4B3A-BC45-BBA4A1C9BD0F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BDF8E-04ED-4796-A02C-D6887C621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6CBCD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707708-0653-4BFE-BDCB-7EDB4C08A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05F7C3-4860-4DB0-A451-57EE24F2F7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979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7E7E4-22B8-4563-90A9-82C2F2EE3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6487"/>
            <a:ext cx="10515600" cy="3970476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D3D668-2187-49D6-94E7-BD02742AF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2A3A45"/>
                </a:solidFill>
              </a:defRPr>
            </a:lvl1pPr>
          </a:lstStyle>
          <a:p>
            <a:fld id="{18D9E8F6-4D81-4B3A-BC45-BBA4A1C9BD0F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CF5D45-ED52-47C3-9243-A1D3EB520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2A3A45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AC4EA-A078-49A4-87BA-F66FC7D15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2A3A45"/>
                </a:solidFill>
              </a:defRPr>
            </a:lvl1pPr>
          </a:lstStyle>
          <a:p>
            <a:fld id="{E505F7C3-4860-4DB0-A451-57EE24F2F7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CA7D016-7F3E-42AE-8E88-2831840D063A}"/>
              </a:ext>
            </a:extLst>
          </p:cNvPr>
          <p:cNvSpPr/>
          <p:nvPr userDrawn="1"/>
        </p:nvSpPr>
        <p:spPr>
          <a:xfrm>
            <a:off x="45126" y="-241"/>
            <a:ext cx="12146874" cy="1796838"/>
          </a:xfrm>
          <a:custGeom>
            <a:avLst/>
            <a:gdLst>
              <a:gd name="connsiteX0" fmla="*/ 0 w 12146874"/>
              <a:gd name="connsiteY0" fmla="*/ 0 h 1796838"/>
              <a:gd name="connsiteX1" fmla="*/ 12146874 w 12146874"/>
              <a:gd name="connsiteY1" fmla="*/ 0 h 1796838"/>
              <a:gd name="connsiteX2" fmla="*/ 12146874 w 12146874"/>
              <a:gd name="connsiteY2" fmla="*/ 1649741 h 1796838"/>
              <a:gd name="connsiteX3" fmla="*/ 11831094 w 12146874"/>
              <a:gd name="connsiteY3" fmla="*/ 1685569 h 1796838"/>
              <a:gd name="connsiteX4" fmla="*/ 9339861 w 12146874"/>
              <a:gd name="connsiteY4" fmla="*/ 1796838 h 1796838"/>
              <a:gd name="connsiteX5" fmla="*/ 387845 w 12146874"/>
              <a:gd name="connsiteY5" fmla="*/ 170064 h 1796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46874" h="1796838">
                <a:moveTo>
                  <a:pt x="0" y="0"/>
                </a:moveTo>
                <a:lnTo>
                  <a:pt x="12146874" y="0"/>
                </a:lnTo>
                <a:lnTo>
                  <a:pt x="12146874" y="1649741"/>
                </a:lnTo>
                <a:lnTo>
                  <a:pt x="11831094" y="1685569"/>
                </a:lnTo>
                <a:cubicBezTo>
                  <a:pt x="11022500" y="1758683"/>
                  <a:pt x="10189983" y="1796838"/>
                  <a:pt x="9339861" y="1796838"/>
                </a:cubicBezTo>
                <a:cubicBezTo>
                  <a:pt x="5939378" y="1796838"/>
                  <a:pt x="2820568" y="1186345"/>
                  <a:pt x="387845" y="170064"/>
                </a:cubicBezTo>
                <a:close/>
              </a:path>
            </a:pathLst>
          </a:custGeom>
          <a:solidFill>
            <a:srgbClr val="DF22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D38FA49-F54C-46BB-8304-6FA01A5FB09B}"/>
              </a:ext>
            </a:extLst>
          </p:cNvPr>
          <p:cNvSpPr/>
          <p:nvPr userDrawn="1"/>
        </p:nvSpPr>
        <p:spPr>
          <a:xfrm>
            <a:off x="3" y="60425"/>
            <a:ext cx="4395933" cy="1439984"/>
          </a:xfrm>
          <a:custGeom>
            <a:avLst/>
            <a:gdLst>
              <a:gd name="connsiteX0" fmla="*/ 0 w 1467716"/>
              <a:gd name="connsiteY0" fmla="*/ 0 h 943303"/>
              <a:gd name="connsiteX1" fmla="*/ 167092 w 1467716"/>
              <a:gd name="connsiteY1" fmla="*/ 151863 h 943303"/>
              <a:gd name="connsiteX2" fmla="*/ 1402948 w 1467716"/>
              <a:gd name="connsiteY2" fmla="*/ 860884 h 943303"/>
              <a:gd name="connsiteX3" fmla="*/ 1467716 w 1467716"/>
              <a:gd name="connsiteY3" fmla="*/ 882799 h 943303"/>
              <a:gd name="connsiteX4" fmla="*/ 1426853 w 1467716"/>
              <a:gd name="connsiteY4" fmla="*/ 890097 h 943303"/>
              <a:gd name="connsiteX5" fmla="*/ 723619 w 1467716"/>
              <a:gd name="connsiteY5" fmla="*/ 943303 h 943303"/>
              <a:gd name="connsiteX6" fmla="*/ 20386 w 1467716"/>
              <a:gd name="connsiteY6" fmla="*/ 890097 h 943303"/>
              <a:gd name="connsiteX7" fmla="*/ 0 w 1467716"/>
              <a:gd name="connsiteY7" fmla="*/ 886456 h 943303"/>
              <a:gd name="connsiteX0" fmla="*/ 0 w 1467716"/>
              <a:gd name="connsiteY0" fmla="*/ 0 h 943303"/>
              <a:gd name="connsiteX1" fmla="*/ 167092 w 1467716"/>
              <a:gd name="connsiteY1" fmla="*/ 151863 h 943303"/>
              <a:gd name="connsiteX2" fmla="*/ 1402948 w 1467716"/>
              <a:gd name="connsiteY2" fmla="*/ 860884 h 943303"/>
              <a:gd name="connsiteX3" fmla="*/ 1467716 w 1467716"/>
              <a:gd name="connsiteY3" fmla="*/ 882799 h 943303"/>
              <a:gd name="connsiteX4" fmla="*/ 1426853 w 1467716"/>
              <a:gd name="connsiteY4" fmla="*/ 890097 h 943303"/>
              <a:gd name="connsiteX5" fmla="*/ 723619 w 1467716"/>
              <a:gd name="connsiteY5" fmla="*/ 943303 h 943303"/>
              <a:gd name="connsiteX6" fmla="*/ 20386 w 1467716"/>
              <a:gd name="connsiteY6" fmla="*/ 890097 h 943303"/>
              <a:gd name="connsiteX7" fmla="*/ 0 w 1467716"/>
              <a:gd name="connsiteY7" fmla="*/ 886456 h 943303"/>
              <a:gd name="connsiteX8" fmla="*/ 0 w 1467716"/>
              <a:gd name="connsiteY8" fmla="*/ 0 h 943303"/>
              <a:gd name="connsiteX0" fmla="*/ 0 w 1468512"/>
              <a:gd name="connsiteY0" fmla="*/ 0 h 943303"/>
              <a:gd name="connsiteX1" fmla="*/ 167092 w 1468512"/>
              <a:gd name="connsiteY1" fmla="*/ 151863 h 943303"/>
              <a:gd name="connsiteX2" fmla="*/ 1402948 w 1468512"/>
              <a:gd name="connsiteY2" fmla="*/ 860884 h 943303"/>
              <a:gd name="connsiteX3" fmla="*/ 1468512 w 1468512"/>
              <a:gd name="connsiteY3" fmla="*/ 884359 h 943303"/>
              <a:gd name="connsiteX4" fmla="*/ 1426853 w 1468512"/>
              <a:gd name="connsiteY4" fmla="*/ 890097 h 943303"/>
              <a:gd name="connsiteX5" fmla="*/ 723619 w 1468512"/>
              <a:gd name="connsiteY5" fmla="*/ 943303 h 943303"/>
              <a:gd name="connsiteX6" fmla="*/ 20386 w 1468512"/>
              <a:gd name="connsiteY6" fmla="*/ 890097 h 943303"/>
              <a:gd name="connsiteX7" fmla="*/ 0 w 1468512"/>
              <a:gd name="connsiteY7" fmla="*/ 886456 h 943303"/>
              <a:gd name="connsiteX8" fmla="*/ 0 w 1468512"/>
              <a:gd name="connsiteY8" fmla="*/ 0 h 943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68512" h="943303">
                <a:moveTo>
                  <a:pt x="0" y="0"/>
                </a:moveTo>
                <a:lnTo>
                  <a:pt x="167092" y="151863"/>
                </a:lnTo>
                <a:cubicBezTo>
                  <a:pt x="532570" y="453482"/>
                  <a:pt x="949585" y="694885"/>
                  <a:pt x="1402948" y="860884"/>
                </a:cubicBezTo>
                <a:lnTo>
                  <a:pt x="1468512" y="884359"/>
                </a:lnTo>
                <a:lnTo>
                  <a:pt x="1426853" y="890097"/>
                </a:lnTo>
                <a:cubicBezTo>
                  <a:pt x="1197556" y="925132"/>
                  <a:pt x="962710" y="943303"/>
                  <a:pt x="723619" y="943303"/>
                </a:cubicBezTo>
                <a:cubicBezTo>
                  <a:pt x="484529" y="943303"/>
                  <a:pt x="249683" y="925132"/>
                  <a:pt x="20386" y="890097"/>
                </a:cubicBezTo>
                <a:lnTo>
                  <a:pt x="0" y="886456"/>
                </a:lnTo>
                <a:lnTo>
                  <a:pt x="0" y="0"/>
                </a:lnTo>
                <a:close/>
              </a:path>
            </a:pathLst>
          </a:custGeom>
          <a:solidFill>
            <a:srgbClr val="6CBC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43A9CD-3B45-484B-BD1B-18EDBCB58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958"/>
            <a:ext cx="11353800" cy="1325563"/>
          </a:xfrm>
        </p:spPr>
        <p:txBody>
          <a:bodyPr rIns="365760" anchor="ctr"/>
          <a:lstStyle>
            <a:lvl1pPr algn="r"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60333142-6414-40B5-BB7E-DF934194E3E4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047997" y="1018598"/>
            <a:ext cx="9144000" cy="714499"/>
          </a:xfrm>
        </p:spPr>
        <p:txBody>
          <a:bodyPr rIns="365760"/>
          <a:lstStyle>
            <a:lvl1pPr marL="0" indent="0" algn="r">
              <a:buNone/>
              <a:defRPr sz="240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901017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7E7E4-22B8-4563-90A9-82C2F2EE3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6487"/>
            <a:ext cx="10515600" cy="3970476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D3D668-2187-49D6-94E7-BD02742AF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6CBCD1"/>
                </a:solidFill>
              </a:defRPr>
            </a:lvl1pPr>
          </a:lstStyle>
          <a:p>
            <a:fld id="{18D9E8F6-4D81-4B3A-BC45-BBA4A1C9BD0F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CF5D45-ED52-47C3-9243-A1D3EB520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6CBCD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AC4EA-A078-49A4-87BA-F66FC7D15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CBCD1"/>
                </a:solidFill>
              </a:defRPr>
            </a:lvl1pPr>
          </a:lstStyle>
          <a:p>
            <a:fld id="{E505F7C3-4860-4DB0-A451-57EE24F2F7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CA7D016-7F3E-42AE-8E88-2831840D063A}"/>
              </a:ext>
            </a:extLst>
          </p:cNvPr>
          <p:cNvSpPr/>
          <p:nvPr userDrawn="1"/>
        </p:nvSpPr>
        <p:spPr>
          <a:xfrm>
            <a:off x="45126" y="-241"/>
            <a:ext cx="12146874" cy="1796838"/>
          </a:xfrm>
          <a:custGeom>
            <a:avLst/>
            <a:gdLst>
              <a:gd name="connsiteX0" fmla="*/ 0 w 12146874"/>
              <a:gd name="connsiteY0" fmla="*/ 0 h 1796838"/>
              <a:gd name="connsiteX1" fmla="*/ 12146874 w 12146874"/>
              <a:gd name="connsiteY1" fmla="*/ 0 h 1796838"/>
              <a:gd name="connsiteX2" fmla="*/ 12146874 w 12146874"/>
              <a:gd name="connsiteY2" fmla="*/ 1649741 h 1796838"/>
              <a:gd name="connsiteX3" fmla="*/ 11831094 w 12146874"/>
              <a:gd name="connsiteY3" fmla="*/ 1685569 h 1796838"/>
              <a:gd name="connsiteX4" fmla="*/ 9339861 w 12146874"/>
              <a:gd name="connsiteY4" fmla="*/ 1796838 h 1796838"/>
              <a:gd name="connsiteX5" fmla="*/ 387845 w 12146874"/>
              <a:gd name="connsiteY5" fmla="*/ 170064 h 1796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46874" h="1796838">
                <a:moveTo>
                  <a:pt x="0" y="0"/>
                </a:moveTo>
                <a:lnTo>
                  <a:pt x="12146874" y="0"/>
                </a:lnTo>
                <a:lnTo>
                  <a:pt x="12146874" y="1649741"/>
                </a:lnTo>
                <a:lnTo>
                  <a:pt x="11831094" y="1685569"/>
                </a:lnTo>
                <a:cubicBezTo>
                  <a:pt x="11022500" y="1758683"/>
                  <a:pt x="10189983" y="1796838"/>
                  <a:pt x="9339861" y="1796838"/>
                </a:cubicBezTo>
                <a:cubicBezTo>
                  <a:pt x="5939378" y="1796838"/>
                  <a:pt x="2820568" y="1186345"/>
                  <a:pt x="387845" y="170064"/>
                </a:cubicBezTo>
                <a:close/>
              </a:path>
            </a:pathLst>
          </a:custGeom>
          <a:solidFill>
            <a:srgbClr val="DF22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D38FA49-F54C-46BB-8304-6FA01A5FB09B}"/>
              </a:ext>
            </a:extLst>
          </p:cNvPr>
          <p:cNvSpPr/>
          <p:nvPr userDrawn="1"/>
        </p:nvSpPr>
        <p:spPr>
          <a:xfrm>
            <a:off x="3" y="60425"/>
            <a:ext cx="4395933" cy="1439984"/>
          </a:xfrm>
          <a:custGeom>
            <a:avLst/>
            <a:gdLst>
              <a:gd name="connsiteX0" fmla="*/ 0 w 1467716"/>
              <a:gd name="connsiteY0" fmla="*/ 0 h 943303"/>
              <a:gd name="connsiteX1" fmla="*/ 167092 w 1467716"/>
              <a:gd name="connsiteY1" fmla="*/ 151863 h 943303"/>
              <a:gd name="connsiteX2" fmla="*/ 1402948 w 1467716"/>
              <a:gd name="connsiteY2" fmla="*/ 860884 h 943303"/>
              <a:gd name="connsiteX3" fmla="*/ 1467716 w 1467716"/>
              <a:gd name="connsiteY3" fmla="*/ 882799 h 943303"/>
              <a:gd name="connsiteX4" fmla="*/ 1426853 w 1467716"/>
              <a:gd name="connsiteY4" fmla="*/ 890097 h 943303"/>
              <a:gd name="connsiteX5" fmla="*/ 723619 w 1467716"/>
              <a:gd name="connsiteY5" fmla="*/ 943303 h 943303"/>
              <a:gd name="connsiteX6" fmla="*/ 20386 w 1467716"/>
              <a:gd name="connsiteY6" fmla="*/ 890097 h 943303"/>
              <a:gd name="connsiteX7" fmla="*/ 0 w 1467716"/>
              <a:gd name="connsiteY7" fmla="*/ 886456 h 943303"/>
              <a:gd name="connsiteX0" fmla="*/ 0 w 1467716"/>
              <a:gd name="connsiteY0" fmla="*/ 0 h 943303"/>
              <a:gd name="connsiteX1" fmla="*/ 167092 w 1467716"/>
              <a:gd name="connsiteY1" fmla="*/ 151863 h 943303"/>
              <a:gd name="connsiteX2" fmla="*/ 1402948 w 1467716"/>
              <a:gd name="connsiteY2" fmla="*/ 860884 h 943303"/>
              <a:gd name="connsiteX3" fmla="*/ 1467716 w 1467716"/>
              <a:gd name="connsiteY3" fmla="*/ 882799 h 943303"/>
              <a:gd name="connsiteX4" fmla="*/ 1426853 w 1467716"/>
              <a:gd name="connsiteY4" fmla="*/ 890097 h 943303"/>
              <a:gd name="connsiteX5" fmla="*/ 723619 w 1467716"/>
              <a:gd name="connsiteY5" fmla="*/ 943303 h 943303"/>
              <a:gd name="connsiteX6" fmla="*/ 20386 w 1467716"/>
              <a:gd name="connsiteY6" fmla="*/ 890097 h 943303"/>
              <a:gd name="connsiteX7" fmla="*/ 0 w 1467716"/>
              <a:gd name="connsiteY7" fmla="*/ 886456 h 943303"/>
              <a:gd name="connsiteX8" fmla="*/ 0 w 1467716"/>
              <a:gd name="connsiteY8" fmla="*/ 0 h 943303"/>
              <a:gd name="connsiteX0" fmla="*/ 0 w 1468512"/>
              <a:gd name="connsiteY0" fmla="*/ 0 h 943303"/>
              <a:gd name="connsiteX1" fmla="*/ 167092 w 1468512"/>
              <a:gd name="connsiteY1" fmla="*/ 151863 h 943303"/>
              <a:gd name="connsiteX2" fmla="*/ 1402948 w 1468512"/>
              <a:gd name="connsiteY2" fmla="*/ 860884 h 943303"/>
              <a:gd name="connsiteX3" fmla="*/ 1468512 w 1468512"/>
              <a:gd name="connsiteY3" fmla="*/ 884359 h 943303"/>
              <a:gd name="connsiteX4" fmla="*/ 1426853 w 1468512"/>
              <a:gd name="connsiteY4" fmla="*/ 890097 h 943303"/>
              <a:gd name="connsiteX5" fmla="*/ 723619 w 1468512"/>
              <a:gd name="connsiteY5" fmla="*/ 943303 h 943303"/>
              <a:gd name="connsiteX6" fmla="*/ 20386 w 1468512"/>
              <a:gd name="connsiteY6" fmla="*/ 890097 h 943303"/>
              <a:gd name="connsiteX7" fmla="*/ 0 w 1468512"/>
              <a:gd name="connsiteY7" fmla="*/ 886456 h 943303"/>
              <a:gd name="connsiteX8" fmla="*/ 0 w 1468512"/>
              <a:gd name="connsiteY8" fmla="*/ 0 h 943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68512" h="943303">
                <a:moveTo>
                  <a:pt x="0" y="0"/>
                </a:moveTo>
                <a:lnTo>
                  <a:pt x="167092" y="151863"/>
                </a:lnTo>
                <a:cubicBezTo>
                  <a:pt x="532570" y="453482"/>
                  <a:pt x="949585" y="694885"/>
                  <a:pt x="1402948" y="860884"/>
                </a:cubicBezTo>
                <a:lnTo>
                  <a:pt x="1468512" y="884359"/>
                </a:lnTo>
                <a:lnTo>
                  <a:pt x="1426853" y="890097"/>
                </a:lnTo>
                <a:cubicBezTo>
                  <a:pt x="1197556" y="925132"/>
                  <a:pt x="962710" y="943303"/>
                  <a:pt x="723619" y="943303"/>
                </a:cubicBezTo>
                <a:cubicBezTo>
                  <a:pt x="484529" y="943303"/>
                  <a:pt x="249683" y="925132"/>
                  <a:pt x="20386" y="890097"/>
                </a:cubicBezTo>
                <a:lnTo>
                  <a:pt x="0" y="886456"/>
                </a:lnTo>
                <a:lnTo>
                  <a:pt x="0" y="0"/>
                </a:lnTo>
                <a:close/>
              </a:path>
            </a:pathLst>
          </a:custGeom>
          <a:solidFill>
            <a:srgbClr val="2A3A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43A9CD-3B45-484B-BD1B-18EDBCB58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958"/>
            <a:ext cx="11353800" cy="1325563"/>
          </a:xfrm>
        </p:spPr>
        <p:txBody>
          <a:bodyPr rIns="365760" anchor="ctr"/>
          <a:lstStyle>
            <a:lvl1pPr algn="r"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60333142-6414-40B5-BB7E-DF934194E3E4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047997" y="1018598"/>
            <a:ext cx="9144000" cy="714499"/>
          </a:xfrm>
        </p:spPr>
        <p:txBody>
          <a:bodyPr rIns="365760"/>
          <a:lstStyle>
            <a:lvl1pPr marL="0" indent="0" algn="r">
              <a:buNone/>
              <a:defRPr sz="240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231162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7E7E4-22B8-4563-90A9-82C2F2EE3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6487"/>
            <a:ext cx="10515600" cy="3970476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D3D668-2187-49D6-94E7-BD02742AF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6CBCD1"/>
                </a:solidFill>
              </a:defRPr>
            </a:lvl1pPr>
          </a:lstStyle>
          <a:p>
            <a:fld id="{18D9E8F6-4D81-4B3A-BC45-BBA4A1C9BD0F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CF5D45-ED52-47C3-9243-A1D3EB520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6CBCD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AC4EA-A078-49A4-87BA-F66FC7D15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CBCD1"/>
                </a:solidFill>
              </a:defRPr>
            </a:lvl1pPr>
          </a:lstStyle>
          <a:p>
            <a:fld id="{E505F7C3-4860-4DB0-A451-57EE24F2F7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CA7D016-7F3E-42AE-8E88-2831840D063A}"/>
              </a:ext>
            </a:extLst>
          </p:cNvPr>
          <p:cNvSpPr/>
          <p:nvPr userDrawn="1"/>
        </p:nvSpPr>
        <p:spPr>
          <a:xfrm>
            <a:off x="45126" y="-241"/>
            <a:ext cx="12146874" cy="1796838"/>
          </a:xfrm>
          <a:custGeom>
            <a:avLst/>
            <a:gdLst>
              <a:gd name="connsiteX0" fmla="*/ 0 w 12146874"/>
              <a:gd name="connsiteY0" fmla="*/ 0 h 1796838"/>
              <a:gd name="connsiteX1" fmla="*/ 12146874 w 12146874"/>
              <a:gd name="connsiteY1" fmla="*/ 0 h 1796838"/>
              <a:gd name="connsiteX2" fmla="*/ 12146874 w 12146874"/>
              <a:gd name="connsiteY2" fmla="*/ 1649741 h 1796838"/>
              <a:gd name="connsiteX3" fmla="*/ 11831094 w 12146874"/>
              <a:gd name="connsiteY3" fmla="*/ 1685569 h 1796838"/>
              <a:gd name="connsiteX4" fmla="*/ 9339861 w 12146874"/>
              <a:gd name="connsiteY4" fmla="*/ 1796838 h 1796838"/>
              <a:gd name="connsiteX5" fmla="*/ 387845 w 12146874"/>
              <a:gd name="connsiteY5" fmla="*/ 170064 h 1796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46874" h="1796838">
                <a:moveTo>
                  <a:pt x="0" y="0"/>
                </a:moveTo>
                <a:lnTo>
                  <a:pt x="12146874" y="0"/>
                </a:lnTo>
                <a:lnTo>
                  <a:pt x="12146874" y="1649741"/>
                </a:lnTo>
                <a:lnTo>
                  <a:pt x="11831094" y="1685569"/>
                </a:lnTo>
                <a:cubicBezTo>
                  <a:pt x="11022500" y="1758683"/>
                  <a:pt x="10189983" y="1796838"/>
                  <a:pt x="9339861" y="1796838"/>
                </a:cubicBezTo>
                <a:cubicBezTo>
                  <a:pt x="5939378" y="1796838"/>
                  <a:pt x="2820568" y="1186345"/>
                  <a:pt x="387845" y="170064"/>
                </a:cubicBezTo>
                <a:close/>
              </a:path>
            </a:pathLst>
          </a:custGeom>
          <a:solidFill>
            <a:srgbClr val="DF22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D38FA49-F54C-46BB-8304-6FA01A5FB09B}"/>
              </a:ext>
            </a:extLst>
          </p:cNvPr>
          <p:cNvSpPr/>
          <p:nvPr userDrawn="1"/>
        </p:nvSpPr>
        <p:spPr>
          <a:xfrm>
            <a:off x="3" y="60425"/>
            <a:ext cx="4395933" cy="1439984"/>
          </a:xfrm>
          <a:custGeom>
            <a:avLst/>
            <a:gdLst>
              <a:gd name="connsiteX0" fmla="*/ 0 w 1467716"/>
              <a:gd name="connsiteY0" fmla="*/ 0 h 943303"/>
              <a:gd name="connsiteX1" fmla="*/ 167092 w 1467716"/>
              <a:gd name="connsiteY1" fmla="*/ 151863 h 943303"/>
              <a:gd name="connsiteX2" fmla="*/ 1402948 w 1467716"/>
              <a:gd name="connsiteY2" fmla="*/ 860884 h 943303"/>
              <a:gd name="connsiteX3" fmla="*/ 1467716 w 1467716"/>
              <a:gd name="connsiteY3" fmla="*/ 882799 h 943303"/>
              <a:gd name="connsiteX4" fmla="*/ 1426853 w 1467716"/>
              <a:gd name="connsiteY4" fmla="*/ 890097 h 943303"/>
              <a:gd name="connsiteX5" fmla="*/ 723619 w 1467716"/>
              <a:gd name="connsiteY5" fmla="*/ 943303 h 943303"/>
              <a:gd name="connsiteX6" fmla="*/ 20386 w 1467716"/>
              <a:gd name="connsiteY6" fmla="*/ 890097 h 943303"/>
              <a:gd name="connsiteX7" fmla="*/ 0 w 1467716"/>
              <a:gd name="connsiteY7" fmla="*/ 886456 h 943303"/>
              <a:gd name="connsiteX0" fmla="*/ 0 w 1467716"/>
              <a:gd name="connsiteY0" fmla="*/ 0 h 943303"/>
              <a:gd name="connsiteX1" fmla="*/ 167092 w 1467716"/>
              <a:gd name="connsiteY1" fmla="*/ 151863 h 943303"/>
              <a:gd name="connsiteX2" fmla="*/ 1402948 w 1467716"/>
              <a:gd name="connsiteY2" fmla="*/ 860884 h 943303"/>
              <a:gd name="connsiteX3" fmla="*/ 1467716 w 1467716"/>
              <a:gd name="connsiteY3" fmla="*/ 882799 h 943303"/>
              <a:gd name="connsiteX4" fmla="*/ 1426853 w 1467716"/>
              <a:gd name="connsiteY4" fmla="*/ 890097 h 943303"/>
              <a:gd name="connsiteX5" fmla="*/ 723619 w 1467716"/>
              <a:gd name="connsiteY5" fmla="*/ 943303 h 943303"/>
              <a:gd name="connsiteX6" fmla="*/ 20386 w 1467716"/>
              <a:gd name="connsiteY6" fmla="*/ 890097 h 943303"/>
              <a:gd name="connsiteX7" fmla="*/ 0 w 1467716"/>
              <a:gd name="connsiteY7" fmla="*/ 886456 h 943303"/>
              <a:gd name="connsiteX8" fmla="*/ 0 w 1467716"/>
              <a:gd name="connsiteY8" fmla="*/ 0 h 943303"/>
              <a:gd name="connsiteX0" fmla="*/ 0 w 1468512"/>
              <a:gd name="connsiteY0" fmla="*/ 0 h 943303"/>
              <a:gd name="connsiteX1" fmla="*/ 167092 w 1468512"/>
              <a:gd name="connsiteY1" fmla="*/ 151863 h 943303"/>
              <a:gd name="connsiteX2" fmla="*/ 1402948 w 1468512"/>
              <a:gd name="connsiteY2" fmla="*/ 860884 h 943303"/>
              <a:gd name="connsiteX3" fmla="*/ 1468512 w 1468512"/>
              <a:gd name="connsiteY3" fmla="*/ 884359 h 943303"/>
              <a:gd name="connsiteX4" fmla="*/ 1426853 w 1468512"/>
              <a:gd name="connsiteY4" fmla="*/ 890097 h 943303"/>
              <a:gd name="connsiteX5" fmla="*/ 723619 w 1468512"/>
              <a:gd name="connsiteY5" fmla="*/ 943303 h 943303"/>
              <a:gd name="connsiteX6" fmla="*/ 20386 w 1468512"/>
              <a:gd name="connsiteY6" fmla="*/ 890097 h 943303"/>
              <a:gd name="connsiteX7" fmla="*/ 0 w 1468512"/>
              <a:gd name="connsiteY7" fmla="*/ 886456 h 943303"/>
              <a:gd name="connsiteX8" fmla="*/ 0 w 1468512"/>
              <a:gd name="connsiteY8" fmla="*/ 0 h 943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68512" h="943303">
                <a:moveTo>
                  <a:pt x="0" y="0"/>
                </a:moveTo>
                <a:lnTo>
                  <a:pt x="167092" y="151863"/>
                </a:lnTo>
                <a:cubicBezTo>
                  <a:pt x="532570" y="453482"/>
                  <a:pt x="949585" y="694885"/>
                  <a:pt x="1402948" y="860884"/>
                </a:cubicBezTo>
                <a:lnTo>
                  <a:pt x="1468512" y="884359"/>
                </a:lnTo>
                <a:lnTo>
                  <a:pt x="1426853" y="890097"/>
                </a:lnTo>
                <a:cubicBezTo>
                  <a:pt x="1197556" y="925132"/>
                  <a:pt x="962710" y="943303"/>
                  <a:pt x="723619" y="943303"/>
                </a:cubicBezTo>
                <a:cubicBezTo>
                  <a:pt x="484529" y="943303"/>
                  <a:pt x="249683" y="925132"/>
                  <a:pt x="20386" y="890097"/>
                </a:cubicBezTo>
                <a:lnTo>
                  <a:pt x="0" y="8864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43A9CD-3B45-484B-BD1B-18EDBCB58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958"/>
            <a:ext cx="11353800" cy="1325563"/>
          </a:xfrm>
        </p:spPr>
        <p:txBody>
          <a:bodyPr rIns="365760" anchor="ctr"/>
          <a:lstStyle>
            <a:lvl1pPr algn="r"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60333142-6414-40B5-BB7E-DF934194E3E4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047997" y="1018598"/>
            <a:ext cx="9144000" cy="714499"/>
          </a:xfrm>
        </p:spPr>
        <p:txBody>
          <a:bodyPr rIns="365760"/>
          <a:lstStyle>
            <a:lvl1pPr marL="0" indent="0" algn="r">
              <a:buNone/>
              <a:defRPr sz="240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30586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004AC-9159-4934-8481-28CFB4B45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6811C-389E-4C9A-9545-FD7B79A7D2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22F26-D929-4224-B7D5-F9CC419EA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9E8F6-4D81-4B3A-BC45-BBA4A1C9BD0F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EDAD2-3D9E-4B72-AB17-C033F18AF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586D7-6C7E-4A29-AFAD-F8AF921E5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5F7C3-4860-4DB0-A451-57EE24F2F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878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226FE-2A1A-42E8-8EB8-E8C2F1FF1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A07FC-5F80-4767-A8D4-75E008AE6C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CEDFBF-95C8-482A-B30A-04986A025D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208A8-1524-4742-BDE9-246AD4B93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9E8F6-4D81-4B3A-BC45-BBA4A1C9BD0F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B00CFF-B864-4717-99A5-43C9EA075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1F6820-5E3F-49A9-8E44-8ECF083F6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5F7C3-4860-4DB0-A451-57EE24F2F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914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D783B-03A0-409F-8573-D57329B5F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CB7087-5633-49FA-8485-A981586BC8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E79E2C-033B-4FBA-A3E2-A445B074AB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9FFF85-E5C7-4BEE-B6C4-60A80C3B61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2009E7-C5BE-40E0-9D13-EBAA5DE9AC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201D6F-9B4A-4DA8-874F-D47E161CE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9E8F6-4D81-4B3A-BC45-BBA4A1C9BD0F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8F3727-9126-450C-9166-FA163FBC6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9D302A-A571-4F55-8B61-EA8AB97E6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5F7C3-4860-4DB0-A451-57EE24F2F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413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7D749-FDF9-4F94-A421-8EABE3092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264008-8BD8-4542-8DFA-D33857B3E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9E8F6-4D81-4B3A-BC45-BBA4A1C9BD0F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B89E25-02BB-4E6D-A193-F5D306FAB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8C2355-36B6-4F9E-BA79-5CA5E9C4E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5F7C3-4860-4DB0-A451-57EE24F2F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143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81EAFB-B6A5-4380-9C39-01D3761D3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9E8F6-4D81-4B3A-BC45-BBA4A1C9BD0F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585C40-FDBA-43C0-90CF-DDBB124AF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7D6155-F780-4D68-868D-D48E5912A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5F7C3-4860-4DB0-A451-57EE24F2F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664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874A6-9ACF-48E9-94B2-A31C5D9D2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C8485-679C-4CBF-96E0-7B94ACE0F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9C0E27-1D0F-4482-BEB4-7B35D13086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6A8B8C-412F-4976-86BF-302698208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9E8F6-4D81-4B3A-BC45-BBA4A1C9BD0F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285394-D95D-4871-B12A-BAB69CEA1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958251-DB04-4CC3-8D3F-72EFC2D5F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5F7C3-4860-4DB0-A451-57EE24F2F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192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DA641-9EB4-47B3-96C0-8C6296E96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135125-47C4-4402-8ECD-A77221001D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B04F91-84C2-4779-B493-9A846A0B9A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8BC727-52D8-44D1-9315-E16DC5F80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9E8F6-4D81-4B3A-BC45-BBA4A1C9BD0F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C021E5-8C17-46A9-941A-D3D45533A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2FAE64-06A5-4DE1-81C2-B4718D557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5F7C3-4860-4DB0-A451-57EE24F2F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8974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17C73-0918-49E5-B934-2FDB3935F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1601DD-4B31-4C85-8BF4-8E25AA335C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F922BC-0AD6-44A3-B05F-C1991EE0A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9E8F6-4D81-4B3A-BC45-BBA4A1C9BD0F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2A789E-B678-4E09-BDB1-7B16B525A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71187-E69A-4C50-93EC-72399E536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5F7C3-4860-4DB0-A451-57EE24F2F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3016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816490-53E5-4B7C-B69A-D1843F5241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64891A-25FC-4192-AC93-F8C596742C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515203-0495-4DDC-A983-D66926B49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9E8F6-4D81-4B3A-BC45-BBA4A1C9BD0F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300432-3913-4AEC-96D5-1119D47A7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D8639B-5ED7-488C-9414-EABF4BC85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5F7C3-4860-4DB0-A451-57EE24F2F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9043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igned by PresentationGo">
    <p:bg>
      <p:bgPr>
        <a:gradFill>
          <a:gsLst>
            <a:gs pos="0">
              <a:srgbClr val="323A45"/>
            </a:gs>
            <a:gs pos="35000">
              <a:srgbClr val="323A45"/>
            </a:gs>
            <a:gs pos="100000">
              <a:srgbClr val="1C2026"/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3152956"/>
            <a:ext cx="12192000" cy="552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www.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A5CD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PresentationGo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.com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ectangle 5">
            <a:hlinkClick r:id="rId2"/>
          </p:cNvPr>
          <p:cNvSpPr/>
          <p:nvPr userDrawn="1"/>
        </p:nvSpPr>
        <p:spPr>
          <a:xfrm>
            <a:off x="2731912" y="3071723"/>
            <a:ext cx="6728177" cy="7145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extBox 1"/>
          <p:cNvSpPr txBox="1"/>
          <p:nvPr userDrawn="1"/>
        </p:nvSpPr>
        <p:spPr>
          <a:xfrm>
            <a:off x="4271217" y="6121399"/>
            <a:ext cx="3649589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800" dirty="0">
                <a:solidFill>
                  <a:srgbClr val="A5CD00"/>
                </a:solidFill>
              </a:rPr>
              <a:t>T</a:t>
            </a:r>
            <a:r>
              <a:rPr lang="en-US" sz="1800" baseline="0" dirty="0">
                <a:solidFill>
                  <a:srgbClr val="A5CD00"/>
                </a:solidFill>
              </a:rPr>
              <a:t>he free </a:t>
            </a:r>
            <a:r>
              <a:rPr lang="en-US" sz="1800" baseline="0">
                <a:solidFill>
                  <a:srgbClr val="A5CD00"/>
                </a:solidFill>
              </a:rPr>
              <a:t>PowerPoint template library</a:t>
            </a:r>
            <a:endParaRPr lang="en-US" sz="1800" dirty="0">
              <a:solidFill>
                <a:srgbClr val="A5CD00"/>
              </a:solidFill>
            </a:endParaRPr>
          </a:p>
        </p:txBody>
      </p:sp>
      <p:grpSp>
        <p:nvGrpSpPr>
          <p:cNvPr id="8" name="Group 7"/>
          <p:cNvGrpSpPr/>
          <p:nvPr userDrawn="1"/>
        </p:nvGrpSpPr>
        <p:grpSpPr>
          <a:xfrm>
            <a:off x="4983933" y="2633133"/>
            <a:ext cx="2224135" cy="369332"/>
            <a:chOff x="3459936" y="2633133"/>
            <a:chExt cx="2224135" cy="369332"/>
          </a:xfrm>
        </p:grpSpPr>
        <p:sp>
          <p:nvSpPr>
            <p:cNvPr id="9" name="TextBox 8"/>
            <p:cNvSpPr txBox="1"/>
            <p:nvPr userDrawn="1"/>
          </p:nvSpPr>
          <p:spPr>
            <a:xfrm>
              <a:off x="3459936" y="2633133"/>
              <a:ext cx="2224135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>
                  <a:solidFill>
                    <a:schemeClr val="bg1"/>
                  </a:solidFill>
                  <a:effectLst/>
                </a:rPr>
                <a:t>Designed</a:t>
              </a:r>
              <a:r>
                <a:rPr lang="en-US" baseline="0">
                  <a:solidFill>
                    <a:schemeClr val="bg1"/>
                  </a:solidFill>
                  <a:effectLst/>
                </a:rPr>
                <a:t> with         by</a:t>
              </a:r>
              <a:endParaRPr lang="en-US" dirty="0"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10" name="Freeform 290"/>
            <p:cNvSpPr/>
            <p:nvPr userDrawn="1"/>
          </p:nvSpPr>
          <p:spPr>
            <a:xfrm>
              <a:off x="4977441" y="2705803"/>
              <a:ext cx="261456" cy="223991"/>
            </a:xfrm>
            <a:custGeom>
              <a:avLst/>
              <a:gdLst/>
              <a:ahLst/>
              <a:cxnLst/>
              <a:rect l="l" t="t" r="r" b="b"/>
              <a:pathLst>
                <a:path w="504825" h="432707">
                  <a:moveTo>
                    <a:pt x="134658" y="0"/>
                  </a:moveTo>
                  <a:cubicBezTo>
                    <a:pt x="146301" y="0"/>
                    <a:pt x="158180" y="2019"/>
                    <a:pt x="170294" y="6057"/>
                  </a:cubicBezTo>
                  <a:cubicBezTo>
                    <a:pt x="182407" y="10095"/>
                    <a:pt x="193676" y="15541"/>
                    <a:pt x="204099" y="22396"/>
                  </a:cubicBezTo>
                  <a:cubicBezTo>
                    <a:pt x="214522" y="29251"/>
                    <a:pt x="223490" y="35683"/>
                    <a:pt x="231002" y="41693"/>
                  </a:cubicBezTo>
                  <a:cubicBezTo>
                    <a:pt x="238514" y="47703"/>
                    <a:pt x="245652" y="54088"/>
                    <a:pt x="252412" y="60849"/>
                  </a:cubicBezTo>
                  <a:cubicBezTo>
                    <a:pt x="259174" y="54088"/>
                    <a:pt x="266310" y="47703"/>
                    <a:pt x="273823" y="41693"/>
                  </a:cubicBezTo>
                  <a:cubicBezTo>
                    <a:pt x="281334" y="35683"/>
                    <a:pt x="290303" y="29251"/>
                    <a:pt x="300726" y="22396"/>
                  </a:cubicBezTo>
                  <a:cubicBezTo>
                    <a:pt x="311149" y="15541"/>
                    <a:pt x="322417" y="10095"/>
                    <a:pt x="334531" y="6057"/>
                  </a:cubicBezTo>
                  <a:cubicBezTo>
                    <a:pt x="346645" y="2019"/>
                    <a:pt x="358524" y="0"/>
                    <a:pt x="370167" y="0"/>
                  </a:cubicBezTo>
                  <a:cubicBezTo>
                    <a:pt x="412236" y="0"/>
                    <a:pt x="445197" y="11644"/>
                    <a:pt x="469048" y="34932"/>
                  </a:cubicBezTo>
                  <a:cubicBezTo>
                    <a:pt x="492899" y="58220"/>
                    <a:pt x="504825" y="90523"/>
                    <a:pt x="504825" y="131840"/>
                  </a:cubicBezTo>
                  <a:cubicBezTo>
                    <a:pt x="504825" y="173346"/>
                    <a:pt x="483321" y="215602"/>
                    <a:pt x="440313" y="258610"/>
                  </a:cubicBezTo>
                  <a:lnTo>
                    <a:pt x="264807" y="427636"/>
                  </a:lnTo>
                  <a:cubicBezTo>
                    <a:pt x="261427" y="431017"/>
                    <a:pt x="257295" y="432707"/>
                    <a:pt x="252412" y="432707"/>
                  </a:cubicBezTo>
                  <a:cubicBezTo>
                    <a:pt x="247529" y="432707"/>
                    <a:pt x="243398" y="431017"/>
                    <a:pt x="240018" y="427636"/>
                  </a:cubicBezTo>
                  <a:lnTo>
                    <a:pt x="64230" y="258047"/>
                  </a:lnTo>
                  <a:cubicBezTo>
                    <a:pt x="62351" y="256544"/>
                    <a:pt x="59770" y="254103"/>
                    <a:pt x="56482" y="250722"/>
                  </a:cubicBezTo>
                  <a:cubicBezTo>
                    <a:pt x="53196" y="247342"/>
                    <a:pt x="47984" y="241191"/>
                    <a:pt x="40848" y="232270"/>
                  </a:cubicBezTo>
                  <a:cubicBezTo>
                    <a:pt x="33712" y="223349"/>
                    <a:pt x="27326" y="214194"/>
                    <a:pt x="21692" y="204803"/>
                  </a:cubicBezTo>
                  <a:cubicBezTo>
                    <a:pt x="16057" y="195413"/>
                    <a:pt x="11035" y="184051"/>
                    <a:pt x="6620" y="170717"/>
                  </a:cubicBezTo>
                  <a:cubicBezTo>
                    <a:pt x="2207" y="157382"/>
                    <a:pt x="0" y="144423"/>
                    <a:pt x="0" y="131840"/>
                  </a:cubicBezTo>
                  <a:cubicBezTo>
                    <a:pt x="0" y="90523"/>
                    <a:pt x="11926" y="58220"/>
                    <a:pt x="35777" y="34932"/>
                  </a:cubicBezTo>
                  <a:cubicBezTo>
                    <a:pt x="59629" y="11644"/>
                    <a:pt x="92588" y="0"/>
                    <a:pt x="134658" y="0"/>
                  </a:cubicBezTo>
                  <a:close/>
                </a:path>
              </a:pathLst>
            </a:custGeom>
            <a:solidFill>
              <a:srgbClr val="D9002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12041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hyperlink" Target="http://www.presentationgo.com/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4E5A5-FAF5-42E9-A705-A2830C622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365760" bIns="45720" rtlCol="0" anchor="b">
            <a:normAutofit/>
          </a:bodyPr>
          <a:lstStyle/>
          <a:p>
            <a:pPr lvl="0" algn="r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FE322A-EE1B-4EA9-BECD-220E5044DC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786965-5A0F-4C0C-9415-32EBA327B7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CDA46F"/>
                </a:solidFill>
              </a:defRPr>
            </a:lvl1pPr>
          </a:lstStyle>
          <a:p>
            <a:fld id="{18D9E8F6-4D81-4B3A-BC45-BBA4A1C9BD0F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C338F-E89C-43B8-B0CB-A1D888EA86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CDA46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A7CEF-ACB9-4347-8B7A-F5C824194E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CDA46F"/>
                </a:solidFill>
              </a:defRPr>
            </a:lvl1pPr>
          </a:lstStyle>
          <a:p>
            <a:fld id="{E505F7C3-4860-4DB0-A451-57EE24F2F7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60335A-67B4-43C9-975E-354313EAB164}"/>
              </a:ext>
            </a:extLst>
          </p:cNvPr>
          <p:cNvSpPr/>
          <p:nvPr userDrawn="1"/>
        </p:nvSpPr>
        <p:spPr>
          <a:xfrm>
            <a:off x="-88899" y="6959601"/>
            <a:ext cx="1620957" cy="2565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67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© </a:t>
            </a:r>
            <a:r>
              <a:rPr lang="en-US" sz="1067" b="0" i="0" u="none" strike="noStrike" dirty="0">
                <a:solidFill>
                  <a:srgbClr val="A5CD28"/>
                </a:solidFill>
                <a:effectLst/>
                <a:latin typeface="Open Sans" panose="020B0606030504020204" pitchFamily="34" charset="0"/>
                <a:hlinkClick r:id="rId15" tooltip="PresentationGo!"/>
              </a:rPr>
              <a:t>presentationgo.com</a:t>
            </a:r>
            <a:endParaRPr lang="en-US" sz="1067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B9598CF-92E8-45BD-884E-AFB827C1311E}"/>
              </a:ext>
            </a:extLst>
          </p:cNvPr>
          <p:cNvGrpSpPr/>
          <p:nvPr userDrawn="1"/>
        </p:nvGrpSpPr>
        <p:grpSpPr>
          <a:xfrm>
            <a:off x="-1654908" y="-16654"/>
            <a:ext cx="1569183" cy="612144"/>
            <a:chOff x="-2096383" y="21447"/>
            <a:chExt cx="1569183" cy="612144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3B3DA16-62CF-49AF-9B2D-01A786E29D65}"/>
                </a:ext>
              </a:extLst>
            </p:cNvPr>
            <p:cNvSpPr txBox="1"/>
            <p:nvPr userDrawn="1"/>
          </p:nvSpPr>
          <p:spPr>
            <a:xfrm>
              <a:off x="-2096383" y="21447"/>
              <a:ext cx="36580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By: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DD0F24F-F3D9-4255-8887-CDC22426826E}"/>
                </a:ext>
              </a:extLst>
            </p:cNvPr>
            <p:cNvSpPr txBox="1"/>
            <p:nvPr userDrawn="1"/>
          </p:nvSpPr>
          <p:spPr>
            <a:xfrm>
              <a:off x="-1002010" y="387370"/>
              <a:ext cx="47481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.com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50FB697-DEAA-42BC-86CE-F3D23992345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6"/>
            <a:stretch>
              <a:fillRect/>
            </a:stretch>
          </p:blipFill>
          <p:spPr>
            <a:xfrm>
              <a:off x="-2018604" y="234547"/>
              <a:ext cx="1405251" cy="1859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47188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61" r:id="rId2"/>
    <p:sldLayoutId id="2147483772" r:id="rId3"/>
    <p:sldLayoutId id="2147483773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  <p:sldLayoutId id="2147483770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b="1" kern="1200" cap="all" baseline="0" smtClean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323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Your Date Here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Your Footer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6EDDA2-A385-4D53-9944-861446547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465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2306597" y="2781687"/>
            <a:ext cx="10017208" cy="2387600"/>
          </a:xfrm>
        </p:spPr>
        <p:txBody>
          <a:bodyPr>
            <a:normAutofit/>
          </a:bodyPr>
          <a:lstStyle/>
          <a:p>
            <a:r>
              <a:rPr lang="en-US" sz="3600" dirty="0"/>
              <a:t>driving growth and efficiency in </a:t>
            </a:r>
            <a:r>
              <a:rPr lang="en-US" sz="3600" dirty="0" err="1"/>
              <a:t>fmcg</a:t>
            </a:r>
            <a:endParaRPr lang="en-US" sz="3600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3163329" y="5161048"/>
            <a:ext cx="9144000" cy="899846"/>
          </a:xfrm>
        </p:spPr>
        <p:txBody>
          <a:bodyPr>
            <a:normAutofit/>
          </a:bodyPr>
          <a:lstStyle/>
          <a:p>
            <a:r>
              <a:rPr lang="en-US" b="1" dirty="0">
                <a:ea typeface="Open Sans" pitchFamily="34" charset="-122"/>
                <a:cs typeface="Open Sans" pitchFamily="34" charset="-120"/>
              </a:rPr>
              <a:t>Through AI-powered insights</a:t>
            </a:r>
            <a:endParaRPr lang="en-US" b="1" dirty="0"/>
          </a:p>
          <a:p>
            <a:endParaRPr lang="en-US" dirty="0"/>
          </a:p>
        </p:txBody>
      </p:sp>
      <p:pic>
        <p:nvPicPr>
          <p:cNvPr id="2" name="Picture 1" descr="A black and red bike&#10;&#10;AI-generated content may be incorrect.">
            <a:extLst>
              <a:ext uri="{FF2B5EF4-FFF2-40B4-BE49-F238E27FC236}">
                <a16:creationId xmlns:a16="http://schemas.microsoft.com/office/drawing/2014/main" id="{28F2868F-6DAA-E084-7A57-B834B25A4B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937" t="19303" r="8159" b="26665"/>
          <a:stretch>
            <a:fillRect/>
          </a:stretch>
        </p:blipFill>
        <p:spPr>
          <a:xfrm>
            <a:off x="0" y="5725297"/>
            <a:ext cx="1717009" cy="1132703"/>
          </a:xfrm>
          <a:prstGeom prst="rect">
            <a:avLst/>
          </a:prstGeom>
        </p:spPr>
      </p:pic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55CD31DD-65DB-9F89-C1EC-32B39ED9F91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10" b="26110"/>
          <a:stretch>
            <a:fillRect/>
          </a:stretch>
        </p:blipFill>
        <p:spPr/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D65C8E8-F92C-3CE3-CE8D-7F68989BE1E0}"/>
              </a:ext>
            </a:extLst>
          </p:cNvPr>
          <p:cNvSpPr txBox="1"/>
          <p:nvPr/>
        </p:nvSpPr>
        <p:spPr>
          <a:xfrm>
            <a:off x="11379900" y="0"/>
            <a:ext cx="12086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@freepik</a:t>
            </a:r>
            <a:endParaRPr lang="en-SG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5986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CF72A-010C-C7A2-B4AE-5AEBF1B51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1DCF1-F73B-7F0A-FB62-40393B4B2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7492F-76A0-B006-298D-811729894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Driving Growth &amp; Efficiency in FMCG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6F34B2-4167-F835-DA1A-7B04B34AC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69BB-9CF1-436E-9ADF-E46804694E4E}" type="slidenum">
              <a:rPr lang="en-US" smtClean="0"/>
              <a:t>2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8ECED1-BCD9-9BED-2CF9-86841EA99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the company</a:t>
            </a:r>
          </a:p>
        </p:txBody>
      </p:sp>
      <p:sp>
        <p:nvSpPr>
          <p:cNvPr id="13" name="Subtitle 12">
            <a:extLst>
              <a:ext uri="{FF2B5EF4-FFF2-40B4-BE49-F238E27FC236}">
                <a16:creationId xmlns:a16="http://schemas.microsoft.com/office/drawing/2014/main" id="{3F6AE1CB-D02D-D444-2CCA-656FD888C70B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dirty="0"/>
              <a:t>Lay of the land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8091A60D-B6EC-E340-E86F-459F257970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73498"/>
            <a:ext cx="10893608" cy="4259263"/>
          </a:xfrm>
        </p:spPr>
        <p:txBody>
          <a:bodyPr>
            <a:normAutofit/>
          </a:bodyPr>
          <a:lstStyle/>
          <a:p>
            <a:pPr marL="365760" indent="-365760">
              <a:spcAft>
                <a:spcPts val="1200"/>
              </a:spcAft>
            </a:pPr>
            <a:r>
              <a:rPr lang="en-US" sz="4000" dirty="0"/>
              <a:t>Leading FMCG brand </a:t>
            </a:r>
          </a:p>
          <a:p>
            <a:pPr marL="365760" indent="-365760">
              <a:spcAft>
                <a:spcPts val="1200"/>
              </a:spcAft>
            </a:pPr>
            <a:r>
              <a:rPr lang="en-US" sz="4000" dirty="0"/>
              <a:t>99% offline sales (supermarket-led)</a:t>
            </a:r>
          </a:p>
          <a:p>
            <a:pPr marL="365760" indent="-365760">
              <a:spcAft>
                <a:spcPts val="1200"/>
              </a:spcAft>
            </a:pPr>
            <a:r>
              <a:rPr lang="en-US" sz="4000" dirty="0"/>
              <a:t>Export footprint across 20+ countries</a:t>
            </a:r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endParaRPr lang="en-US" sz="4000" dirty="0"/>
          </a:p>
          <a:p>
            <a:endParaRPr lang="en-SG" sz="4000" dirty="0"/>
          </a:p>
        </p:txBody>
      </p:sp>
    </p:spTree>
    <p:extLst>
      <p:ext uri="{BB962C8B-B14F-4D97-AF65-F5344CB8AC3E}">
        <p14:creationId xmlns:p14="http://schemas.microsoft.com/office/powerpoint/2010/main" val="444343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rrow: Pentagon 5">
            <a:extLst>
              <a:ext uri="{FF2B5EF4-FFF2-40B4-BE49-F238E27FC236}">
                <a16:creationId xmlns:a16="http://schemas.microsoft.com/office/drawing/2014/main" id="{6C00E41E-C45D-A228-CC20-1E6A43AEC155}"/>
              </a:ext>
            </a:extLst>
          </p:cNvPr>
          <p:cNvSpPr/>
          <p:nvPr/>
        </p:nvSpPr>
        <p:spPr>
          <a:xfrm>
            <a:off x="0" y="-101600"/>
            <a:ext cx="3139126" cy="6959600"/>
          </a:xfrm>
          <a:prstGeom prst="homePlate">
            <a:avLst/>
          </a:prstGeom>
          <a:solidFill>
            <a:srgbClr val="DF222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500347-356B-7815-7590-144F06DD01BF}"/>
              </a:ext>
            </a:extLst>
          </p:cNvPr>
          <p:cNvSpPr txBox="1"/>
          <p:nvPr/>
        </p:nvSpPr>
        <p:spPr>
          <a:xfrm>
            <a:off x="165100" y="1957408"/>
            <a:ext cx="2743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+mj-lt"/>
              </a:rPr>
              <a:t>COMPANY FACING STAGNANT</a:t>
            </a:r>
          </a:p>
          <a:p>
            <a:r>
              <a:rPr lang="en-US" sz="3600" b="1" dirty="0">
                <a:solidFill>
                  <a:schemeClr val="bg1"/>
                </a:solidFill>
                <a:latin typeface="+mj-lt"/>
              </a:rPr>
              <a:t>GROWTH</a:t>
            </a:r>
            <a:endParaRPr lang="en-SG" sz="3600" b="1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74E6D2E-540A-E426-1B10-B912C07AA98F}"/>
              </a:ext>
            </a:extLst>
          </p:cNvPr>
          <p:cNvGrpSpPr/>
          <p:nvPr/>
        </p:nvGrpSpPr>
        <p:grpSpPr>
          <a:xfrm>
            <a:off x="3264682" y="3599028"/>
            <a:ext cx="8622225" cy="3154468"/>
            <a:chOff x="3746499" y="4028141"/>
            <a:chExt cx="7727577" cy="341107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B5F0BF8-0AE7-DAC5-D828-A631518683CC}"/>
                </a:ext>
              </a:extLst>
            </p:cNvPr>
            <p:cNvGrpSpPr/>
            <p:nvPr/>
          </p:nvGrpSpPr>
          <p:grpSpPr>
            <a:xfrm>
              <a:off x="3746499" y="4028141"/>
              <a:ext cx="7727577" cy="3411070"/>
              <a:chOff x="3987800" y="4218641"/>
              <a:chExt cx="7727577" cy="3411070"/>
            </a:xfrm>
          </p:grpSpPr>
          <p:sp>
            <p:nvSpPr>
              <p:cNvPr id="17" name="Rectangle: Rounded Corners 8">
                <a:extLst>
                  <a:ext uri="{FF2B5EF4-FFF2-40B4-BE49-F238E27FC236}">
                    <a16:creationId xmlns:a16="http://schemas.microsoft.com/office/drawing/2014/main" id="{32D3103D-54EE-5982-94ED-F691957B0041}"/>
                  </a:ext>
                </a:extLst>
              </p:cNvPr>
              <p:cNvSpPr/>
              <p:nvPr/>
            </p:nvSpPr>
            <p:spPr>
              <a:xfrm>
                <a:off x="3987800" y="4218641"/>
                <a:ext cx="7727577" cy="3411070"/>
              </a:xfrm>
              <a:custGeom>
                <a:avLst/>
                <a:gdLst>
                  <a:gd name="connsiteX0" fmla="*/ 0 w 4378960"/>
                  <a:gd name="connsiteY0" fmla="*/ 729841 h 4522470"/>
                  <a:gd name="connsiteX1" fmla="*/ 729841 w 4378960"/>
                  <a:gd name="connsiteY1" fmla="*/ 0 h 4522470"/>
                  <a:gd name="connsiteX2" fmla="*/ 3649119 w 4378960"/>
                  <a:gd name="connsiteY2" fmla="*/ 0 h 4522470"/>
                  <a:gd name="connsiteX3" fmla="*/ 4378960 w 4378960"/>
                  <a:gd name="connsiteY3" fmla="*/ 729841 h 4522470"/>
                  <a:gd name="connsiteX4" fmla="*/ 4378960 w 4378960"/>
                  <a:gd name="connsiteY4" fmla="*/ 3792629 h 4522470"/>
                  <a:gd name="connsiteX5" fmla="*/ 3649119 w 4378960"/>
                  <a:gd name="connsiteY5" fmla="*/ 4522470 h 4522470"/>
                  <a:gd name="connsiteX6" fmla="*/ 729841 w 4378960"/>
                  <a:gd name="connsiteY6" fmla="*/ 4522470 h 4522470"/>
                  <a:gd name="connsiteX7" fmla="*/ 0 w 4378960"/>
                  <a:gd name="connsiteY7" fmla="*/ 3792629 h 4522470"/>
                  <a:gd name="connsiteX8" fmla="*/ 0 w 4378960"/>
                  <a:gd name="connsiteY8" fmla="*/ 729841 h 4522470"/>
                  <a:gd name="connsiteX0" fmla="*/ 5080 w 4378960"/>
                  <a:gd name="connsiteY0" fmla="*/ 379585 h 4522734"/>
                  <a:gd name="connsiteX1" fmla="*/ 729841 w 4378960"/>
                  <a:gd name="connsiteY1" fmla="*/ 264 h 4522734"/>
                  <a:gd name="connsiteX2" fmla="*/ 3649119 w 4378960"/>
                  <a:gd name="connsiteY2" fmla="*/ 264 h 4522734"/>
                  <a:gd name="connsiteX3" fmla="*/ 4378960 w 4378960"/>
                  <a:gd name="connsiteY3" fmla="*/ 730105 h 4522734"/>
                  <a:gd name="connsiteX4" fmla="*/ 4378960 w 4378960"/>
                  <a:gd name="connsiteY4" fmla="*/ 3792893 h 4522734"/>
                  <a:gd name="connsiteX5" fmla="*/ 3649119 w 4378960"/>
                  <a:gd name="connsiteY5" fmla="*/ 4522734 h 4522734"/>
                  <a:gd name="connsiteX6" fmla="*/ 729841 w 4378960"/>
                  <a:gd name="connsiteY6" fmla="*/ 4522734 h 4522734"/>
                  <a:gd name="connsiteX7" fmla="*/ 0 w 4378960"/>
                  <a:gd name="connsiteY7" fmla="*/ 3792893 h 4522734"/>
                  <a:gd name="connsiteX8" fmla="*/ 5080 w 4378960"/>
                  <a:gd name="connsiteY8" fmla="*/ 379585 h 4522734"/>
                  <a:gd name="connsiteX0" fmla="*/ 5080 w 4378960"/>
                  <a:gd name="connsiteY0" fmla="*/ 379585 h 4522734"/>
                  <a:gd name="connsiteX1" fmla="*/ 729841 w 4378960"/>
                  <a:gd name="connsiteY1" fmla="*/ 264 h 4522734"/>
                  <a:gd name="connsiteX2" fmla="*/ 3649119 w 4378960"/>
                  <a:gd name="connsiteY2" fmla="*/ 264 h 4522734"/>
                  <a:gd name="connsiteX3" fmla="*/ 4378960 w 4378960"/>
                  <a:gd name="connsiteY3" fmla="*/ 389745 h 4522734"/>
                  <a:gd name="connsiteX4" fmla="*/ 4378960 w 4378960"/>
                  <a:gd name="connsiteY4" fmla="*/ 3792893 h 4522734"/>
                  <a:gd name="connsiteX5" fmla="*/ 3649119 w 4378960"/>
                  <a:gd name="connsiteY5" fmla="*/ 4522734 h 4522734"/>
                  <a:gd name="connsiteX6" fmla="*/ 729841 w 4378960"/>
                  <a:gd name="connsiteY6" fmla="*/ 4522734 h 4522734"/>
                  <a:gd name="connsiteX7" fmla="*/ 0 w 4378960"/>
                  <a:gd name="connsiteY7" fmla="*/ 3792893 h 4522734"/>
                  <a:gd name="connsiteX8" fmla="*/ 5080 w 4378960"/>
                  <a:gd name="connsiteY8" fmla="*/ 379585 h 4522734"/>
                  <a:gd name="connsiteX0" fmla="*/ 5080 w 4378960"/>
                  <a:gd name="connsiteY0" fmla="*/ 379585 h 4522734"/>
                  <a:gd name="connsiteX1" fmla="*/ 729841 w 4378960"/>
                  <a:gd name="connsiteY1" fmla="*/ 264 h 4522734"/>
                  <a:gd name="connsiteX2" fmla="*/ 3649119 w 4378960"/>
                  <a:gd name="connsiteY2" fmla="*/ 264 h 4522734"/>
                  <a:gd name="connsiteX3" fmla="*/ 4378960 w 4378960"/>
                  <a:gd name="connsiteY3" fmla="*/ 415145 h 4522734"/>
                  <a:gd name="connsiteX4" fmla="*/ 4378960 w 4378960"/>
                  <a:gd name="connsiteY4" fmla="*/ 3792893 h 4522734"/>
                  <a:gd name="connsiteX5" fmla="*/ 3649119 w 4378960"/>
                  <a:gd name="connsiteY5" fmla="*/ 4522734 h 4522734"/>
                  <a:gd name="connsiteX6" fmla="*/ 729841 w 4378960"/>
                  <a:gd name="connsiteY6" fmla="*/ 4522734 h 4522734"/>
                  <a:gd name="connsiteX7" fmla="*/ 0 w 4378960"/>
                  <a:gd name="connsiteY7" fmla="*/ 3792893 h 4522734"/>
                  <a:gd name="connsiteX8" fmla="*/ 5080 w 4378960"/>
                  <a:gd name="connsiteY8" fmla="*/ 379585 h 4522734"/>
                  <a:gd name="connsiteX0" fmla="*/ 5080 w 4378960"/>
                  <a:gd name="connsiteY0" fmla="*/ 379585 h 4523759"/>
                  <a:gd name="connsiteX1" fmla="*/ 729841 w 4378960"/>
                  <a:gd name="connsiteY1" fmla="*/ 264 h 4523759"/>
                  <a:gd name="connsiteX2" fmla="*/ 3649119 w 4378960"/>
                  <a:gd name="connsiteY2" fmla="*/ 264 h 4523759"/>
                  <a:gd name="connsiteX3" fmla="*/ 4378960 w 4378960"/>
                  <a:gd name="connsiteY3" fmla="*/ 415145 h 4523759"/>
                  <a:gd name="connsiteX4" fmla="*/ 4378960 w 4378960"/>
                  <a:gd name="connsiteY4" fmla="*/ 4158653 h 4523759"/>
                  <a:gd name="connsiteX5" fmla="*/ 3649119 w 4378960"/>
                  <a:gd name="connsiteY5" fmla="*/ 4522734 h 4523759"/>
                  <a:gd name="connsiteX6" fmla="*/ 729841 w 4378960"/>
                  <a:gd name="connsiteY6" fmla="*/ 4522734 h 4523759"/>
                  <a:gd name="connsiteX7" fmla="*/ 0 w 4378960"/>
                  <a:gd name="connsiteY7" fmla="*/ 3792893 h 4523759"/>
                  <a:gd name="connsiteX8" fmla="*/ 5080 w 4378960"/>
                  <a:gd name="connsiteY8" fmla="*/ 379585 h 4523759"/>
                  <a:gd name="connsiteX0" fmla="*/ 0 w 4373880"/>
                  <a:gd name="connsiteY0" fmla="*/ 379585 h 4526510"/>
                  <a:gd name="connsiteX1" fmla="*/ 724761 w 4373880"/>
                  <a:gd name="connsiteY1" fmla="*/ 264 h 4526510"/>
                  <a:gd name="connsiteX2" fmla="*/ 3644039 w 4373880"/>
                  <a:gd name="connsiteY2" fmla="*/ 264 h 4526510"/>
                  <a:gd name="connsiteX3" fmla="*/ 4373880 w 4373880"/>
                  <a:gd name="connsiteY3" fmla="*/ 415145 h 4526510"/>
                  <a:gd name="connsiteX4" fmla="*/ 4373880 w 4373880"/>
                  <a:gd name="connsiteY4" fmla="*/ 4158653 h 4526510"/>
                  <a:gd name="connsiteX5" fmla="*/ 3644039 w 4373880"/>
                  <a:gd name="connsiteY5" fmla="*/ 4522734 h 4526510"/>
                  <a:gd name="connsiteX6" fmla="*/ 724761 w 4373880"/>
                  <a:gd name="connsiteY6" fmla="*/ 4522734 h 4526510"/>
                  <a:gd name="connsiteX7" fmla="*/ 15240 w 4373880"/>
                  <a:gd name="connsiteY7" fmla="*/ 4184053 h 4526510"/>
                  <a:gd name="connsiteX8" fmla="*/ 0 w 4373880"/>
                  <a:gd name="connsiteY8" fmla="*/ 379585 h 4526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373880" h="4526510">
                    <a:moveTo>
                      <a:pt x="0" y="379585"/>
                    </a:moveTo>
                    <a:cubicBezTo>
                      <a:pt x="0" y="-23495"/>
                      <a:pt x="321681" y="264"/>
                      <a:pt x="724761" y="264"/>
                    </a:cubicBezTo>
                    <a:lnTo>
                      <a:pt x="3644039" y="264"/>
                    </a:lnTo>
                    <a:cubicBezTo>
                      <a:pt x="4047119" y="264"/>
                      <a:pt x="4373880" y="12065"/>
                      <a:pt x="4373880" y="415145"/>
                    </a:cubicBezTo>
                    <a:lnTo>
                      <a:pt x="4373880" y="4158653"/>
                    </a:lnTo>
                    <a:cubicBezTo>
                      <a:pt x="4373880" y="4561733"/>
                      <a:pt x="4047119" y="4522734"/>
                      <a:pt x="3644039" y="4522734"/>
                    </a:cubicBezTo>
                    <a:lnTo>
                      <a:pt x="724761" y="4522734"/>
                    </a:lnTo>
                    <a:cubicBezTo>
                      <a:pt x="321681" y="4522734"/>
                      <a:pt x="15240" y="4587133"/>
                      <a:pt x="15240" y="4184053"/>
                    </a:cubicBezTo>
                    <a:cubicBezTo>
                      <a:pt x="15240" y="3163124"/>
                      <a:pt x="0" y="1400514"/>
                      <a:pt x="0" y="379585"/>
                    </a:cubicBezTo>
                    <a:close/>
                  </a:path>
                </a:pathLst>
              </a:custGeom>
              <a:solidFill>
                <a:srgbClr val="C00000">
                  <a:alpha val="1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20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FBBA7094-AEBE-3E9A-0E95-964E7477E948}"/>
                  </a:ext>
                </a:extLst>
              </p:cNvPr>
              <p:cNvSpPr/>
              <p:nvPr/>
            </p:nvSpPr>
            <p:spPr>
              <a:xfrm>
                <a:off x="3987800" y="4218641"/>
                <a:ext cx="7727577" cy="744688"/>
              </a:xfrm>
              <a:prstGeom prst="roundRect">
                <a:avLst/>
              </a:prstGeom>
              <a:solidFill>
                <a:schemeClr val="tx1">
                  <a:lumMod val="95000"/>
                  <a:lumOff val="5000"/>
                  <a:alpha val="5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sz="2800"/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596B127-FD8C-0671-3A1F-B3535B3D7918}"/>
                </a:ext>
              </a:extLst>
            </p:cNvPr>
            <p:cNvSpPr txBox="1"/>
            <p:nvPr/>
          </p:nvSpPr>
          <p:spPr>
            <a:xfrm>
              <a:off x="3906370" y="4105652"/>
              <a:ext cx="6925234" cy="6150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</a:rPr>
                <a:t>Strategies To Accelerate Growth </a:t>
              </a:r>
              <a:endParaRPr lang="en-SG" sz="280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90C5450-C080-C4BF-29D4-389609E625DB}"/>
                </a:ext>
              </a:extLst>
            </p:cNvPr>
            <p:cNvSpPr txBox="1"/>
            <p:nvPr/>
          </p:nvSpPr>
          <p:spPr>
            <a:xfrm>
              <a:off x="3893883" y="4941573"/>
              <a:ext cx="7495704" cy="542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endParaRPr lang="en-US" sz="24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AAA74BF-4D84-21A8-888D-DB620F50BF2D}"/>
              </a:ext>
            </a:extLst>
          </p:cNvPr>
          <p:cNvGrpSpPr/>
          <p:nvPr/>
        </p:nvGrpSpPr>
        <p:grpSpPr>
          <a:xfrm>
            <a:off x="3292963" y="255527"/>
            <a:ext cx="8572500" cy="3043808"/>
            <a:chOff x="3746500" y="421344"/>
            <a:chExt cx="7727577" cy="3436467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A315508-E21C-FE38-9265-692359D05173}"/>
                </a:ext>
              </a:extLst>
            </p:cNvPr>
            <p:cNvGrpSpPr/>
            <p:nvPr/>
          </p:nvGrpSpPr>
          <p:grpSpPr>
            <a:xfrm>
              <a:off x="3746500" y="421344"/>
              <a:ext cx="7727577" cy="3436467"/>
              <a:chOff x="838200" y="3124199"/>
              <a:chExt cx="5166639" cy="3460866"/>
            </a:xfrm>
          </p:grpSpPr>
          <p:sp>
            <p:nvSpPr>
              <p:cNvPr id="10" name="Rectangle: Rounded Corners 8">
                <a:extLst>
                  <a:ext uri="{FF2B5EF4-FFF2-40B4-BE49-F238E27FC236}">
                    <a16:creationId xmlns:a16="http://schemas.microsoft.com/office/drawing/2014/main" id="{B0AF0B08-E015-5EBD-A98E-1519C9088E1E}"/>
                  </a:ext>
                </a:extLst>
              </p:cNvPr>
              <p:cNvSpPr/>
              <p:nvPr/>
            </p:nvSpPr>
            <p:spPr>
              <a:xfrm>
                <a:off x="838200" y="3149776"/>
                <a:ext cx="5166639" cy="3435289"/>
              </a:xfrm>
              <a:custGeom>
                <a:avLst/>
                <a:gdLst>
                  <a:gd name="connsiteX0" fmla="*/ 0 w 4378960"/>
                  <a:gd name="connsiteY0" fmla="*/ 729841 h 4522470"/>
                  <a:gd name="connsiteX1" fmla="*/ 729841 w 4378960"/>
                  <a:gd name="connsiteY1" fmla="*/ 0 h 4522470"/>
                  <a:gd name="connsiteX2" fmla="*/ 3649119 w 4378960"/>
                  <a:gd name="connsiteY2" fmla="*/ 0 h 4522470"/>
                  <a:gd name="connsiteX3" fmla="*/ 4378960 w 4378960"/>
                  <a:gd name="connsiteY3" fmla="*/ 729841 h 4522470"/>
                  <a:gd name="connsiteX4" fmla="*/ 4378960 w 4378960"/>
                  <a:gd name="connsiteY4" fmla="*/ 3792629 h 4522470"/>
                  <a:gd name="connsiteX5" fmla="*/ 3649119 w 4378960"/>
                  <a:gd name="connsiteY5" fmla="*/ 4522470 h 4522470"/>
                  <a:gd name="connsiteX6" fmla="*/ 729841 w 4378960"/>
                  <a:gd name="connsiteY6" fmla="*/ 4522470 h 4522470"/>
                  <a:gd name="connsiteX7" fmla="*/ 0 w 4378960"/>
                  <a:gd name="connsiteY7" fmla="*/ 3792629 h 4522470"/>
                  <a:gd name="connsiteX8" fmla="*/ 0 w 4378960"/>
                  <a:gd name="connsiteY8" fmla="*/ 729841 h 4522470"/>
                  <a:gd name="connsiteX0" fmla="*/ 5080 w 4378960"/>
                  <a:gd name="connsiteY0" fmla="*/ 379585 h 4522734"/>
                  <a:gd name="connsiteX1" fmla="*/ 729841 w 4378960"/>
                  <a:gd name="connsiteY1" fmla="*/ 264 h 4522734"/>
                  <a:gd name="connsiteX2" fmla="*/ 3649119 w 4378960"/>
                  <a:gd name="connsiteY2" fmla="*/ 264 h 4522734"/>
                  <a:gd name="connsiteX3" fmla="*/ 4378960 w 4378960"/>
                  <a:gd name="connsiteY3" fmla="*/ 730105 h 4522734"/>
                  <a:gd name="connsiteX4" fmla="*/ 4378960 w 4378960"/>
                  <a:gd name="connsiteY4" fmla="*/ 3792893 h 4522734"/>
                  <a:gd name="connsiteX5" fmla="*/ 3649119 w 4378960"/>
                  <a:gd name="connsiteY5" fmla="*/ 4522734 h 4522734"/>
                  <a:gd name="connsiteX6" fmla="*/ 729841 w 4378960"/>
                  <a:gd name="connsiteY6" fmla="*/ 4522734 h 4522734"/>
                  <a:gd name="connsiteX7" fmla="*/ 0 w 4378960"/>
                  <a:gd name="connsiteY7" fmla="*/ 3792893 h 4522734"/>
                  <a:gd name="connsiteX8" fmla="*/ 5080 w 4378960"/>
                  <a:gd name="connsiteY8" fmla="*/ 379585 h 4522734"/>
                  <a:gd name="connsiteX0" fmla="*/ 5080 w 4378960"/>
                  <a:gd name="connsiteY0" fmla="*/ 379585 h 4522734"/>
                  <a:gd name="connsiteX1" fmla="*/ 729841 w 4378960"/>
                  <a:gd name="connsiteY1" fmla="*/ 264 h 4522734"/>
                  <a:gd name="connsiteX2" fmla="*/ 3649119 w 4378960"/>
                  <a:gd name="connsiteY2" fmla="*/ 264 h 4522734"/>
                  <a:gd name="connsiteX3" fmla="*/ 4378960 w 4378960"/>
                  <a:gd name="connsiteY3" fmla="*/ 389745 h 4522734"/>
                  <a:gd name="connsiteX4" fmla="*/ 4378960 w 4378960"/>
                  <a:gd name="connsiteY4" fmla="*/ 3792893 h 4522734"/>
                  <a:gd name="connsiteX5" fmla="*/ 3649119 w 4378960"/>
                  <a:gd name="connsiteY5" fmla="*/ 4522734 h 4522734"/>
                  <a:gd name="connsiteX6" fmla="*/ 729841 w 4378960"/>
                  <a:gd name="connsiteY6" fmla="*/ 4522734 h 4522734"/>
                  <a:gd name="connsiteX7" fmla="*/ 0 w 4378960"/>
                  <a:gd name="connsiteY7" fmla="*/ 3792893 h 4522734"/>
                  <a:gd name="connsiteX8" fmla="*/ 5080 w 4378960"/>
                  <a:gd name="connsiteY8" fmla="*/ 379585 h 4522734"/>
                  <a:gd name="connsiteX0" fmla="*/ 5080 w 4378960"/>
                  <a:gd name="connsiteY0" fmla="*/ 379585 h 4522734"/>
                  <a:gd name="connsiteX1" fmla="*/ 729841 w 4378960"/>
                  <a:gd name="connsiteY1" fmla="*/ 264 h 4522734"/>
                  <a:gd name="connsiteX2" fmla="*/ 3649119 w 4378960"/>
                  <a:gd name="connsiteY2" fmla="*/ 264 h 4522734"/>
                  <a:gd name="connsiteX3" fmla="*/ 4378960 w 4378960"/>
                  <a:gd name="connsiteY3" fmla="*/ 415145 h 4522734"/>
                  <a:gd name="connsiteX4" fmla="*/ 4378960 w 4378960"/>
                  <a:gd name="connsiteY4" fmla="*/ 3792893 h 4522734"/>
                  <a:gd name="connsiteX5" fmla="*/ 3649119 w 4378960"/>
                  <a:gd name="connsiteY5" fmla="*/ 4522734 h 4522734"/>
                  <a:gd name="connsiteX6" fmla="*/ 729841 w 4378960"/>
                  <a:gd name="connsiteY6" fmla="*/ 4522734 h 4522734"/>
                  <a:gd name="connsiteX7" fmla="*/ 0 w 4378960"/>
                  <a:gd name="connsiteY7" fmla="*/ 3792893 h 4522734"/>
                  <a:gd name="connsiteX8" fmla="*/ 5080 w 4378960"/>
                  <a:gd name="connsiteY8" fmla="*/ 379585 h 4522734"/>
                  <a:gd name="connsiteX0" fmla="*/ 5080 w 4378960"/>
                  <a:gd name="connsiteY0" fmla="*/ 379585 h 4523759"/>
                  <a:gd name="connsiteX1" fmla="*/ 729841 w 4378960"/>
                  <a:gd name="connsiteY1" fmla="*/ 264 h 4523759"/>
                  <a:gd name="connsiteX2" fmla="*/ 3649119 w 4378960"/>
                  <a:gd name="connsiteY2" fmla="*/ 264 h 4523759"/>
                  <a:gd name="connsiteX3" fmla="*/ 4378960 w 4378960"/>
                  <a:gd name="connsiteY3" fmla="*/ 415145 h 4523759"/>
                  <a:gd name="connsiteX4" fmla="*/ 4378960 w 4378960"/>
                  <a:gd name="connsiteY4" fmla="*/ 4158653 h 4523759"/>
                  <a:gd name="connsiteX5" fmla="*/ 3649119 w 4378960"/>
                  <a:gd name="connsiteY5" fmla="*/ 4522734 h 4523759"/>
                  <a:gd name="connsiteX6" fmla="*/ 729841 w 4378960"/>
                  <a:gd name="connsiteY6" fmla="*/ 4522734 h 4523759"/>
                  <a:gd name="connsiteX7" fmla="*/ 0 w 4378960"/>
                  <a:gd name="connsiteY7" fmla="*/ 3792893 h 4523759"/>
                  <a:gd name="connsiteX8" fmla="*/ 5080 w 4378960"/>
                  <a:gd name="connsiteY8" fmla="*/ 379585 h 4523759"/>
                  <a:gd name="connsiteX0" fmla="*/ 0 w 4373880"/>
                  <a:gd name="connsiteY0" fmla="*/ 379585 h 4526510"/>
                  <a:gd name="connsiteX1" fmla="*/ 724761 w 4373880"/>
                  <a:gd name="connsiteY1" fmla="*/ 264 h 4526510"/>
                  <a:gd name="connsiteX2" fmla="*/ 3644039 w 4373880"/>
                  <a:gd name="connsiteY2" fmla="*/ 264 h 4526510"/>
                  <a:gd name="connsiteX3" fmla="*/ 4373880 w 4373880"/>
                  <a:gd name="connsiteY3" fmla="*/ 415145 h 4526510"/>
                  <a:gd name="connsiteX4" fmla="*/ 4373880 w 4373880"/>
                  <a:gd name="connsiteY4" fmla="*/ 4158653 h 4526510"/>
                  <a:gd name="connsiteX5" fmla="*/ 3644039 w 4373880"/>
                  <a:gd name="connsiteY5" fmla="*/ 4522734 h 4526510"/>
                  <a:gd name="connsiteX6" fmla="*/ 724761 w 4373880"/>
                  <a:gd name="connsiteY6" fmla="*/ 4522734 h 4526510"/>
                  <a:gd name="connsiteX7" fmla="*/ 15240 w 4373880"/>
                  <a:gd name="connsiteY7" fmla="*/ 4184053 h 4526510"/>
                  <a:gd name="connsiteX8" fmla="*/ 0 w 4373880"/>
                  <a:gd name="connsiteY8" fmla="*/ 379585 h 4526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373880" h="4526510">
                    <a:moveTo>
                      <a:pt x="0" y="379585"/>
                    </a:moveTo>
                    <a:cubicBezTo>
                      <a:pt x="0" y="-23495"/>
                      <a:pt x="321681" y="264"/>
                      <a:pt x="724761" y="264"/>
                    </a:cubicBezTo>
                    <a:lnTo>
                      <a:pt x="3644039" y="264"/>
                    </a:lnTo>
                    <a:cubicBezTo>
                      <a:pt x="4047119" y="264"/>
                      <a:pt x="4373880" y="12065"/>
                      <a:pt x="4373880" y="415145"/>
                    </a:cubicBezTo>
                    <a:lnTo>
                      <a:pt x="4373880" y="4158653"/>
                    </a:lnTo>
                    <a:cubicBezTo>
                      <a:pt x="4373880" y="4561733"/>
                      <a:pt x="4047119" y="4522734"/>
                      <a:pt x="3644039" y="4522734"/>
                    </a:cubicBezTo>
                    <a:lnTo>
                      <a:pt x="724761" y="4522734"/>
                    </a:lnTo>
                    <a:cubicBezTo>
                      <a:pt x="321681" y="4522734"/>
                      <a:pt x="15240" y="4587133"/>
                      <a:pt x="15240" y="4184053"/>
                    </a:cubicBezTo>
                    <a:cubicBezTo>
                      <a:pt x="15240" y="3163124"/>
                      <a:pt x="0" y="1400514"/>
                      <a:pt x="0" y="379585"/>
                    </a:cubicBezTo>
                    <a:close/>
                  </a:path>
                </a:pathLst>
              </a:custGeom>
              <a:solidFill>
                <a:srgbClr val="C00000">
                  <a:alpha val="1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20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82F8540-56F7-7186-E56A-8A56E6DB2BF6}"/>
                  </a:ext>
                </a:extLst>
              </p:cNvPr>
              <p:cNvSpPr/>
              <p:nvPr/>
            </p:nvSpPr>
            <p:spPr>
              <a:xfrm>
                <a:off x="838200" y="3124199"/>
                <a:ext cx="5166639" cy="673101"/>
              </a:xfrm>
              <a:prstGeom prst="roundRect">
                <a:avLst/>
              </a:prstGeom>
              <a:solidFill>
                <a:schemeClr val="bg2">
                  <a:lumMod val="10000"/>
                  <a:alpha val="5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sz="2000"/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7F3047F-08B4-619E-EFD9-5F5248672146}"/>
                </a:ext>
              </a:extLst>
            </p:cNvPr>
            <p:cNvSpPr txBox="1"/>
            <p:nvPr/>
          </p:nvSpPr>
          <p:spPr>
            <a:xfrm>
              <a:off x="3882465" y="506443"/>
              <a:ext cx="6925234" cy="5907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</a:rPr>
                <a:t>Current Growth Impediments </a:t>
              </a:r>
              <a:endParaRPr lang="en-SG" sz="2800" dirty="0"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F12FF8A5-A110-F973-8BB9-AF3C8C56E4E9}"/>
              </a:ext>
            </a:extLst>
          </p:cNvPr>
          <p:cNvSpPr txBox="1"/>
          <p:nvPr/>
        </p:nvSpPr>
        <p:spPr>
          <a:xfrm>
            <a:off x="233680" y="4265732"/>
            <a:ext cx="18999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IMPEDIMENTS &amp; COUNTER STRATEGIES</a:t>
            </a:r>
            <a:endParaRPr lang="en-SG" dirty="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135F56-71E1-9AFF-547D-6015DB7AD3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9223" y="1085438"/>
            <a:ext cx="7916091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House-brand competition: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Price pressure and reduced shelf visibility limit offline growth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2.   Manual inventory check </a:t>
            </a: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and control: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Slow, reactive process → lost sales and unnecessary waste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CD64F536-A099-2D01-60BC-FD950D1A97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9223" y="4477513"/>
            <a:ext cx="7916091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r>
              <a:rPr lang="en-US" altLang="en-US" sz="2800" b="1" dirty="0"/>
              <a:t>Diversify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revenue stream: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Grow online sales and reach 50 export markets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514350" lvl="0" indent="-5143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2800" b="1" dirty="0"/>
              <a:t>Intelligent Inventory Management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Use forecasting and monitoring to optimize stock</a:t>
            </a:r>
          </a:p>
        </p:txBody>
      </p:sp>
    </p:spTree>
    <p:extLst>
      <p:ext uri="{BB962C8B-B14F-4D97-AF65-F5344CB8AC3E}">
        <p14:creationId xmlns:p14="http://schemas.microsoft.com/office/powerpoint/2010/main" val="1544053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A9B39-9D26-7566-0B15-5450A39A8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234224-4BCC-AD66-CD52-72B92FC54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0ECA97-94AB-BB21-FEA2-8D332F8AF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Driving Growth &amp; Efficiency in FMCG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AA957-0EC3-4142-53B1-392738DB7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69BB-9CF1-436E-9ADF-E46804694E4E}" type="slidenum">
              <a:rPr lang="en-US" smtClean="0"/>
              <a:t>4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914687-DAC5-4913-848A-424D280ED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6313" y="136525"/>
            <a:ext cx="10815687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Current siloed systems HINDER strategy implementation</a:t>
            </a:r>
          </a:p>
        </p:txBody>
      </p:sp>
      <p:sp>
        <p:nvSpPr>
          <p:cNvPr id="15" name="Content Placeholder 16">
            <a:extLst>
              <a:ext uri="{FF2B5EF4-FFF2-40B4-BE49-F238E27FC236}">
                <a16:creationId xmlns:a16="http://schemas.microsoft.com/office/drawing/2014/main" id="{1F6E5B50-26BD-BA5E-FC5E-EEF80DD1C4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152" y="1807329"/>
            <a:ext cx="11862847" cy="42592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/>
          </a:p>
          <a:p>
            <a:endParaRPr lang="en-SG" sz="3200" dirty="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73EFE7F4-6EB1-1658-518D-62E6D2DDE6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7985685"/>
              </p:ext>
            </p:extLst>
          </p:nvPr>
        </p:nvGraphicFramePr>
        <p:xfrm>
          <a:off x="168681" y="1846517"/>
          <a:ext cx="11862847" cy="491579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30540">
                  <a:extLst>
                    <a:ext uri="{9D8B030D-6E8A-4147-A177-3AD203B41FA5}">
                      <a16:colId xmlns:a16="http://schemas.microsoft.com/office/drawing/2014/main" val="2350607399"/>
                    </a:ext>
                  </a:extLst>
                </a:gridCol>
                <a:gridCol w="1920825">
                  <a:extLst>
                    <a:ext uri="{9D8B030D-6E8A-4147-A177-3AD203B41FA5}">
                      <a16:colId xmlns:a16="http://schemas.microsoft.com/office/drawing/2014/main" val="4211851301"/>
                    </a:ext>
                  </a:extLst>
                </a:gridCol>
                <a:gridCol w="8311482">
                  <a:extLst>
                    <a:ext uri="{9D8B030D-6E8A-4147-A177-3AD203B41FA5}">
                      <a16:colId xmlns:a16="http://schemas.microsoft.com/office/drawing/2014/main" val="2255649611"/>
                    </a:ext>
                  </a:extLst>
                </a:gridCol>
              </a:tblGrid>
              <a:tr h="434248">
                <a:tc>
                  <a:txBody>
                    <a:bodyPr/>
                    <a:lstStyle/>
                    <a:p>
                      <a:r>
                        <a:rPr lang="en-US" sz="2400" dirty="0"/>
                        <a:t>Target User</a:t>
                      </a:r>
                      <a:endParaRPr lang="en-SG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Strategies </a:t>
                      </a:r>
                      <a:endParaRPr lang="en-SG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Why Current System Hinders Implementation</a:t>
                      </a:r>
                      <a:endParaRPr lang="en-SG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7867211"/>
                  </a:ext>
                </a:extLst>
              </a:tr>
              <a:tr h="2117381">
                <a:tc>
                  <a:txBody>
                    <a:bodyPr/>
                    <a:lstStyle/>
                    <a:p>
                      <a:r>
                        <a:rPr lang="en-US" sz="2400" dirty="0"/>
                        <a:t>C-suite</a:t>
                      </a:r>
                      <a:endParaRPr lang="en-SG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400" dirty="0"/>
                        <a:t>Diversify revenue stream</a:t>
                      </a:r>
                      <a:endParaRPr lang="en-SG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2400" dirty="0"/>
                        <a:t>• No unified metrics platform → fragmented view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• Slow, manual insight generation → hard to </a:t>
                      </a:r>
                      <a:r>
                        <a:rPr lang="en-US" sz="2400" dirty="0" err="1"/>
                        <a:t>prioritise</a:t>
                      </a:r>
                      <a:r>
                        <a:rPr lang="en-US" sz="2400" dirty="0"/>
                        <a:t> markets/channels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• Result: Delayed decisions and slowed growth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375956"/>
                  </a:ext>
                </a:extLst>
              </a:tr>
              <a:tr h="2117381">
                <a:tc>
                  <a:txBody>
                    <a:bodyPr/>
                    <a:lstStyle/>
                    <a:p>
                      <a:r>
                        <a:rPr lang="en-US" sz="2400" dirty="0"/>
                        <a:t>Operations</a:t>
                      </a:r>
                      <a:endParaRPr lang="en-SG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400" dirty="0"/>
                        <a:t>Intelligent Inventory Management </a:t>
                      </a:r>
                      <a:endParaRPr lang="en-SG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/>
                        <a:t>• No sales data access → no demand forecasting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• No unified view of outlet needs or routing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• Result: Reactive inventory, stockouts/overstocks, higher costs, limited growth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3553121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938B337B-B7F8-6095-DAE6-7A3B6D5352E5}"/>
              </a:ext>
            </a:extLst>
          </p:cNvPr>
          <p:cNvSpPr txBox="1"/>
          <p:nvPr/>
        </p:nvSpPr>
        <p:spPr>
          <a:xfrm>
            <a:off x="8153400" y="1339537"/>
            <a:ext cx="3709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PROBLEM STATEMENT</a:t>
            </a:r>
            <a:endParaRPr lang="en-S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9130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A9B39-9D26-7566-0B15-5450A39A8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234224-4BCC-AD66-CD52-72B92FC54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0ECA97-94AB-BB21-FEA2-8D332F8AF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Driving Growth &amp; Efficiency in FMCG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AA957-0EC3-4142-53B1-392738DB7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69BB-9CF1-436E-9ADF-E46804694E4E}" type="slidenum">
              <a:rPr lang="en-US" smtClean="0"/>
              <a:t>5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914687-DAC5-4913-848A-424D280ED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1240" y="37642"/>
            <a:ext cx="11353800" cy="1325563"/>
          </a:xfrm>
        </p:spPr>
        <p:txBody>
          <a:bodyPr>
            <a:normAutofit/>
          </a:bodyPr>
          <a:lstStyle/>
          <a:p>
            <a:r>
              <a:rPr lang="en-US" dirty="0"/>
              <a:t>USING 3</a:t>
            </a:r>
            <a:r>
              <a:rPr lang="en-US" sz="4000" dirty="0">
                <a:latin typeface="BIZ UDPGothic" panose="020B0400000000000000" pitchFamily="34" charset="-128"/>
                <a:ea typeface="BIZ UDPGothic" panose="020B0400000000000000" pitchFamily="34" charset="-128"/>
              </a:rPr>
              <a:t>I</a:t>
            </a:r>
            <a:r>
              <a:rPr lang="en-US" sz="3200" dirty="0">
                <a:latin typeface="BIZ UDPGothic" panose="020B0400000000000000" pitchFamily="34" charset="-128"/>
                <a:ea typeface="BIZ UDPGothic" panose="020B0400000000000000" pitchFamily="34" charset="-128"/>
              </a:rPr>
              <a:t>s</a:t>
            </a:r>
            <a:r>
              <a:rPr lang="en-US" dirty="0"/>
              <a:t> TO PROPEL GROWTH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F2B3FF3-0105-DD61-D185-1ABB4BB1B03C}"/>
              </a:ext>
            </a:extLst>
          </p:cNvPr>
          <p:cNvGrpSpPr/>
          <p:nvPr/>
        </p:nvGrpSpPr>
        <p:grpSpPr>
          <a:xfrm>
            <a:off x="494212" y="1861384"/>
            <a:ext cx="5227320" cy="4610015"/>
            <a:chOff x="716280" y="1691565"/>
            <a:chExt cx="5227320" cy="4610015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2E2C2299-3432-BD82-9D6D-C677DE69B2C3}"/>
                </a:ext>
              </a:extLst>
            </p:cNvPr>
            <p:cNvSpPr/>
            <p:nvPr/>
          </p:nvSpPr>
          <p:spPr>
            <a:xfrm>
              <a:off x="716280" y="1691565"/>
              <a:ext cx="5227320" cy="1384138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Data Source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4B4F4246-AF35-E70F-E58D-71FEBC0DDEA5}"/>
                </a:ext>
              </a:extLst>
            </p:cNvPr>
            <p:cNvSpPr/>
            <p:nvPr/>
          </p:nvSpPr>
          <p:spPr>
            <a:xfrm>
              <a:off x="1000760" y="2086246"/>
              <a:ext cx="1999950" cy="87022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dirty="0">
                  <a:solidFill>
                    <a:sysClr val="windowText" lastClr="000000"/>
                  </a:solidFill>
                </a:rPr>
                <a:t>Internal Data (e.g. sales data, product info, inventory etc.)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E92107F7-EA93-F10C-9297-3A63F68D9395}"/>
                </a:ext>
              </a:extLst>
            </p:cNvPr>
            <p:cNvSpPr/>
            <p:nvPr/>
          </p:nvSpPr>
          <p:spPr>
            <a:xfrm>
              <a:off x="3285190" y="2085581"/>
              <a:ext cx="2266524" cy="87022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0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en-US" sz="1300" dirty="0">
                  <a:solidFill>
                    <a:sysClr val="windowText" lastClr="000000"/>
                  </a:solidFill>
                </a:rPr>
                <a:t>LLMs: (e.g. OpenAI)</a:t>
              </a:r>
            </a:p>
            <a:p>
              <a:pPr algn="ctr"/>
              <a:r>
                <a:rPr lang="en-US" sz="1300" dirty="0">
                  <a:solidFill>
                    <a:sysClr val="windowText" lastClr="000000"/>
                  </a:solidFill>
                </a:rPr>
                <a:t>External Data (e.g. Route Information)</a:t>
              </a:r>
            </a:p>
            <a:p>
              <a:pPr algn="ctr"/>
              <a:endParaRPr lang="en-US" sz="13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AA5E5869-78AF-A3C7-96D3-7D7B90B3D29E}"/>
                </a:ext>
              </a:extLst>
            </p:cNvPr>
            <p:cNvSpPr/>
            <p:nvPr/>
          </p:nvSpPr>
          <p:spPr>
            <a:xfrm>
              <a:off x="716280" y="3483291"/>
              <a:ext cx="5227320" cy="1188403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AI Layer</a:t>
              </a: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B1FA1C73-500C-E4E1-2120-796B22508759}"/>
                </a:ext>
              </a:extLst>
            </p:cNvPr>
            <p:cNvSpPr/>
            <p:nvPr/>
          </p:nvSpPr>
          <p:spPr>
            <a:xfrm>
              <a:off x="1376680" y="3874134"/>
              <a:ext cx="1737360" cy="6451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dirty="0">
                  <a:solidFill>
                    <a:sysClr val="windowText" lastClr="000000"/>
                  </a:solidFill>
                </a:rPr>
                <a:t>AI Analytics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D46420E0-D897-1B09-311A-D5A041B16984}"/>
                </a:ext>
              </a:extLst>
            </p:cNvPr>
            <p:cNvSpPr/>
            <p:nvPr/>
          </p:nvSpPr>
          <p:spPr>
            <a:xfrm>
              <a:off x="3556000" y="3884294"/>
              <a:ext cx="1737360" cy="6451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dirty="0">
                  <a:solidFill>
                    <a:sysClr val="windowText" lastClr="000000"/>
                  </a:solidFill>
                </a:rPr>
                <a:t>Demand Forecasting</a:t>
              </a: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97EF83A8-627F-08FC-8D7C-5B8B5C0D22C0}"/>
                </a:ext>
              </a:extLst>
            </p:cNvPr>
            <p:cNvSpPr/>
            <p:nvPr/>
          </p:nvSpPr>
          <p:spPr>
            <a:xfrm>
              <a:off x="716280" y="5113177"/>
              <a:ext cx="5227320" cy="1188403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Unified Presentation / Application Layer</a:t>
              </a: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FBD1BC77-49A1-F62E-6287-D7F1429E1CE7}"/>
                </a:ext>
              </a:extLst>
            </p:cNvPr>
            <p:cNvSpPr/>
            <p:nvPr/>
          </p:nvSpPr>
          <p:spPr>
            <a:xfrm>
              <a:off x="716281" y="5482449"/>
              <a:ext cx="1771467" cy="779942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dirty="0">
                  <a:solidFill>
                    <a:sysClr val="windowText" lastClr="000000"/>
                  </a:solidFill>
                </a:rPr>
                <a:t>Executive Dashboards with Personalized Predictive Insights</a:t>
              </a:r>
            </a:p>
            <a:p>
              <a:pPr algn="ctr"/>
              <a:r>
                <a:rPr lang="en-US" sz="1300" dirty="0">
                  <a:solidFill>
                    <a:sysClr val="windowText" lastClr="000000"/>
                  </a:solidFill>
                </a:rPr>
                <a:t>(Intelligence)</a:t>
              </a:r>
            </a:p>
          </p:txBody>
        </p:sp>
        <p:sp>
          <p:nvSpPr>
            <p:cNvPr id="19" name="Arrow: Down 18">
              <a:extLst>
                <a:ext uri="{FF2B5EF4-FFF2-40B4-BE49-F238E27FC236}">
                  <a16:creationId xmlns:a16="http://schemas.microsoft.com/office/drawing/2014/main" id="{4D8FB0F7-B119-6622-F398-32847DF06795}"/>
                </a:ext>
              </a:extLst>
            </p:cNvPr>
            <p:cNvSpPr/>
            <p:nvPr/>
          </p:nvSpPr>
          <p:spPr>
            <a:xfrm>
              <a:off x="3192780" y="3090583"/>
              <a:ext cx="309880" cy="359411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Arrow: Down 19">
              <a:extLst>
                <a:ext uri="{FF2B5EF4-FFF2-40B4-BE49-F238E27FC236}">
                  <a16:creationId xmlns:a16="http://schemas.microsoft.com/office/drawing/2014/main" id="{231AE760-18E7-AC47-46E1-467566A1ADE0}"/>
                </a:ext>
              </a:extLst>
            </p:cNvPr>
            <p:cNvSpPr/>
            <p:nvPr/>
          </p:nvSpPr>
          <p:spPr>
            <a:xfrm>
              <a:off x="3192780" y="4721026"/>
              <a:ext cx="309880" cy="359411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75F39769-16DF-8C3C-91F3-1C1ACC17FD3C}"/>
                </a:ext>
              </a:extLst>
            </p:cNvPr>
            <p:cNvSpPr/>
            <p:nvPr/>
          </p:nvSpPr>
          <p:spPr>
            <a:xfrm>
              <a:off x="2528315" y="5522363"/>
              <a:ext cx="1247939" cy="740753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dirty="0">
                  <a:solidFill>
                    <a:sysClr val="windowText" lastClr="000000"/>
                  </a:solidFill>
                </a:rPr>
                <a:t>AI Chatbot</a:t>
              </a:r>
            </a:p>
            <a:p>
              <a:pPr algn="ctr"/>
              <a:r>
                <a:rPr lang="en-US" sz="1300" dirty="0">
                  <a:solidFill>
                    <a:sysClr val="windowText" lastClr="000000"/>
                  </a:solidFill>
                </a:rPr>
                <a:t>(Interactivity)</a:t>
              </a: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36BD977E-46FE-47A0-1EF4-8BF78FEAC8ED}"/>
                </a:ext>
              </a:extLst>
            </p:cNvPr>
            <p:cNvSpPr/>
            <p:nvPr/>
          </p:nvSpPr>
          <p:spPr>
            <a:xfrm>
              <a:off x="3833875" y="5501522"/>
              <a:ext cx="2086211" cy="779941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dirty="0">
                  <a:solidFill>
                    <a:sysClr val="windowText" lastClr="000000"/>
                  </a:solidFill>
                </a:rPr>
                <a:t>AI Demand Forecast , Stock Monitoring, Delivery Route Optimization (Innovation)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5C8F3D10-A56C-1686-97CB-D3A466189746}"/>
              </a:ext>
            </a:extLst>
          </p:cNvPr>
          <p:cNvSpPr txBox="1"/>
          <p:nvPr/>
        </p:nvSpPr>
        <p:spPr>
          <a:xfrm>
            <a:off x="6518952" y="1058296"/>
            <a:ext cx="5440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INTELLIGENCE, INTERACTIVITY, INNOVATION </a:t>
            </a:r>
            <a:endParaRPr lang="en-SG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E26383-F4D2-4C88-6BFB-E364313411E3}"/>
              </a:ext>
            </a:extLst>
          </p:cNvPr>
          <p:cNvSpPr txBox="1"/>
          <p:nvPr/>
        </p:nvSpPr>
        <p:spPr>
          <a:xfrm>
            <a:off x="6120312" y="1804432"/>
            <a:ext cx="5988959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Key Features:</a:t>
            </a:r>
          </a:p>
          <a:p>
            <a:pPr marL="342900" indent="-342900">
              <a:buAutoNum type="arabicPeriod"/>
            </a:pPr>
            <a:r>
              <a:rPr lang="en-US" sz="2800" dirty="0"/>
              <a:t>Unified platform integrating data to deliver user-specific metrics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/>
          </a:p>
          <a:p>
            <a:pPr marL="342900" indent="-342900">
              <a:buAutoNum type="arabicPeriod"/>
            </a:pPr>
            <a:r>
              <a:rPr lang="en-SG" sz="2800" dirty="0"/>
              <a:t>Smart forecasting &amp; route optimization</a:t>
            </a:r>
          </a:p>
          <a:p>
            <a:pPr marL="514350" indent="-514350">
              <a:buFont typeface="+mj-lt"/>
              <a:buAutoNum type="arabicPeriod"/>
            </a:pPr>
            <a:endParaRPr lang="en-SG" sz="2800" dirty="0"/>
          </a:p>
          <a:p>
            <a:pPr marL="342900" indent="-342900">
              <a:buAutoNum type="arabicPeriod"/>
            </a:pPr>
            <a:r>
              <a:rPr lang="en-US" sz="2800" dirty="0"/>
              <a:t>AI-driven insights for fast decision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/>
          </a:p>
          <a:p>
            <a:pPr marL="342900" indent="-342900">
              <a:buAutoNum type="arabicPeriod"/>
            </a:pPr>
            <a:r>
              <a:rPr lang="en-US" sz="2800" dirty="0"/>
              <a:t>24/7 conversational chatbot for instant, personalized answers</a:t>
            </a:r>
          </a:p>
          <a:p>
            <a:pPr marL="342900" indent="-342900">
              <a:buAutoNum type="arabicPeriod"/>
            </a:pPr>
            <a:endParaRPr lang="en-US" sz="2200" dirty="0"/>
          </a:p>
          <a:p>
            <a:endParaRPr lang="en-SG" sz="2200" dirty="0"/>
          </a:p>
        </p:txBody>
      </p:sp>
    </p:spTree>
    <p:extLst>
      <p:ext uri="{BB962C8B-B14F-4D97-AF65-F5344CB8AC3E}">
        <p14:creationId xmlns:p14="http://schemas.microsoft.com/office/powerpoint/2010/main" val="2554502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9849C-B7EE-1167-5EFA-B551D8934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9D54BE-13F9-5E59-FD06-DAD04F397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55BE7-6F25-DFD6-D41F-B3DD32FBC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Driving Growth &amp; Efficiency in FMCG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B9F07-5F76-A45D-A4BA-BA6A8A423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69BB-9CF1-436E-9ADF-E46804694E4E}" type="slidenum">
              <a:rPr lang="en-US" smtClean="0"/>
              <a:t>6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E53EF6-CBC5-5F52-AA10-A3C189AEF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1240" y="37642"/>
            <a:ext cx="11353800" cy="1325563"/>
          </a:xfrm>
        </p:spPr>
        <p:txBody>
          <a:bodyPr>
            <a:normAutofit/>
          </a:bodyPr>
          <a:lstStyle/>
          <a:p>
            <a:r>
              <a:rPr lang="en-US" dirty="0"/>
              <a:t>IMPACT ANALYSIS FOR KEY FEATURES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5867C7-2471-68B5-7546-B748B56AEE7D}"/>
              </a:ext>
            </a:extLst>
          </p:cNvPr>
          <p:cNvSpPr txBox="1"/>
          <p:nvPr/>
        </p:nvSpPr>
        <p:spPr>
          <a:xfrm>
            <a:off x="6529112" y="993873"/>
            <a:ext cx="5440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IMPACT VERSUS EFFORT</a:t>
            </a:r>
            <a:endParaRPr lang="en-SG" dirty="0"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F33CD7-97A5-789F-6E10-DC2F5623043A}"/>
              </a:ext>
            </a:extLst>
          </p:cNvPr>
          <p:cNvCxnSpPr>
            <a:cxnSpLocks/>
          </p:cNvCxnSpPr>
          <p:nvPr/>
        </p:nvCxnSpPr>
        <p:spPr>
          <a:xfrm>
            <a:off x="6196146" y="2279394"/>
            <a:ext cx="0" cy="385729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CC6C3A6-1D89-0E07-451F-B73D6C223489}"/>
              </a:ext>
            </a:extLst>
          </p:cNvPr>
          <p:cNvCxnSpPr>
            <a:cxnSpLocks/>
          </p:cNvCxnSpPr>
          <p:nvPr/>
        </p:nvCxnSpPr>
        <p:spPr>
          <a:xfrm flipH="1">
            <a:off x="1171903" y="3918807"/>
            <a:ext cx="10026869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4DB6EDD-2B75-3EAA-14DE-E95E9A71467B}"/>
              </a:ext>
            </a:extLst>
          </p:cNvPr>
          <p:cNvSpPr txBox="1"/>
          <p:nvPr/>
        </p:nvSpPr>
        <p:spPr>
          <a:xfrm>
            <a:off x="5266232" y="6013428"/>
            <a:ext cx="1986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Low Impact</a:t>
            </a:r>
            <a:endParaRPr lang="en-SG" sz="2800" b="1" dirty="0">
              <a:solidFill>
                <a:srgbClr val="C0000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B29F5F1-5892-F3FB-D805-897FC3668E81}"/>
              </a:ext>
            </a:extLst>
          </p:cNvPr>
          <p:cNvSpPr txBox="1"/>
          <p:nvPr/>
        </p:nvSpPr>
        <p:spPr>
          <a:xfrm>
            <a:off x="5202918" y="1756174"/>
            <a:ext cx="1986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High Impact</a:t>
            </a:r>
            <a:endParaRPr lang="en-SG" sz="2800" b="1" dirty="0">
              <a:solidFill>
                <a:srgbClr val="C0000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BFB5E03-8A6A-AFA5-31DF-F9EA80B0554F}"/>
              </a:ext>
            </a:extLst>
          </p:cNvPr>
          <p:cNvSpPr txBox="1"/>
          <p:nvPr/>
        </p:nvSpPr>
        <p:spPr>
          <a:xfrm>
            <a:off x="1333331" y="2417741"/>
            <a:ext cx="393290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highlight>
                  <a:srgbClr val="FFFF00"/>
                </a:highlight>
                <a:latin typeface="+mj-lt"/>
              </a:rPr>
              <a:t>Unified platform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highlight>
                  <a:srgbClr val="FFFF00"/>
                </a:highlight>
                <a:latin typeface="+mj-lt"/>
              </a:rPr>
              <a:t>Conversational Chatbot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SG" sz="2400" b="1" dirty="0">
                <a:solidFill>
                  <a:srgbClr val="000000"/>
                </a:solidFill>
                <a:latin typeface="+mj-lt"/>
              </a:rPr>
              <a:t>Story Mode Analytics</a:t>
            </a:r>
            <a:endParaRPr lang="en-SG" sz="2400" b="1" dirty="0">
              <a:latin typeface="+mj-lt"/>
            </a:endParaRPr>
          </a:p>
          <a:p>
            <a:pPr algn="just"/>
            <a:endParaRPr lang="en-US" sz="2400" b="1" dirty="0">
              <a:latin typeface="+mj-lt"/>
            </a:endParaRPr>
          </a:p>
          <a:p>
            <a:pPr algn="just"/>
            <a:endParaRPr lang="en-US" sz="2400" b="1" dirty="0">
              <a:latin typeface="+mj-lt"/>
            </a:endParaRPr>
          </a:p>
          <a:p>
            <a:pPr algn="just"/>
            <a:endParaRPr lang="en-US" sz="2400" b="1" dirty="0">
              <a:latin typeface="+mj-lt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94B9E98-669B-B4E7-A47B-3BA1AA473973}"/>
              </a:ext>
            </a:extLst>
          </p:cNvPr>
          <p:cNvSpPr txBox="1"/>
          <p:nvPr/>
        </p:nvSpPr>
        <p:spPr>
          <a:xfrm>
            <a:off x="0" y="4020361"/>
            <a:ext cx="1986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High Effort</a:t>
            </a:r>
            <a:endParaRPr lang="en-SG" sz="2800" b="1" dirty="0">
              <a:solidFill>
                <a:srgbClr val="C0000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64142B1-83D3-91F4-54D4-5383385589DF}"/>
              </a:ext>
            </a:extLst>
          </p:cNvPr>
          <p:cNvSpPr txBox="1"/>
          <p:nvPr/>
        </p:nvSpPr>
        <p:spPr>
          <a:xfrm>
            <a:off x="10277802" y="3987306"/>
            <a:ext cx="1986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Low Effort</a:t>
            </a:r>
            <a:endParaRPr lang="en-SG" sz="2800" b="1" dirty="0">
              <a:solidFill>
                <a:srgbClr val="C0000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292F4C6-AC16-6B49-A6FF-2CA97D6B3826}"/>
              </a:ext>
            </a:extLst>
          </p:cNvPr>
          <p:cNvSpPr txBox="1"/>
          <p:nvPr/>
        </p:nvSpPr>
        <p:spPr>
          <a:xfrm>
            <a:off x="6446342" y="2417818"/>
            <a:ext cx="48246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highlight>
                  <a:srgbClr val="FFFF00"/>
                </a:highlight>
                <a:latin typeface="+mj-lt"/>
              </a:rPr>
              <a:t>AI-powered insights on Platform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highlight>
                  <a:srgbClr val="FFFF00"/>
                </a:highlight>
                <a:latin typeface="+mj-lt"/>
              </a:rPr>
              <a:t>Smart Demand Forecasting &amp; Route Optimization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2A812B-16A2-88E5-4137-83B4CD643B7F}"/>
              </a:ext>
            </a:extLst>
          </p:cNvPr>
          <p:cNvSpPr txBox="1"/>
          <p:nvPr/>
        </p:nvSpPr>
        <p:spPr>
          <a:xfrm>
            <a:off x="6529111" y="4251193"/>
            <a:ext cx="374868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sz="2400" b="1" dirty="0">
                <a:solidFill>
                  <a:srgbClr val="000000"/>
                </a:solidFill>
                <a:latin typeface="+mj-lt"/>
              </a:rPr>
              <a:t>Restock Alert </a:t>
            </a:r>
            <a:r>
              <a:rPr lang="en-SG" sz="2400" b="1" i="0" dirty="0">
                <a:solidFill>
                  <a:srgbClr val="000000"/>
                </a:solidFill>
                <a:effectLst/>
                <a:latin typeface="+mj-lt"/>
              </a:rPr>
              <a:t>Notification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sz="2400" b="1" dirty="0">
                <a:solidFill>
                  <a:srgbClr val="000000"/>
                </a:solidFill>
                <a:latin typeface="+mj-lt"/>
              </a:rPr>
              <a:t>Personalised Customer Recommendation</a:t>
            </a:r>
            <a:endParaRPr lang="en-SG" sz="24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8390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4901C5-BEF0-3E3F-74CD-E7EB811537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57" t="-2" r="12118" b="1262"/>
          <a:stretch>
            <a:fillRect/>
          </a:stretch>
        </p:blipFill>
        <p:spPr>
          <a:xfrm>
            <a:off x="0" y="0"/>
            <a:ext cx="7315200" cy="6858000"/>
          </a:xfrm>
          <a:prstGeom prst="rect">
            <a:avLst/>
          </a:prstGeom>
        </p:spPr>
      </p:pic>
      <p:sp>
        <p:nvSpPr>
          <p:cNvPr id="4" name="Title 4">
            <a:extLst>
              <a:ext uri="{FF2B5EF4-FFF2-40B4-BE49-F238E27FC236}">
                <a16:creationId xmlns:a16="http://schemas.microsoft.com/office/drawing/2014/main" id="{8DA8CC33-5046-7300-CDAA-504C1F7B045F}"/>
              </a:ext>
            </a:extLst>
          </p:cNvPr>
          <p:cNvSpPr txBox="1">
            <a:spLocks/>
          </p:cNvSpPr>
          <p:nvPr/>
        </p:nvSpPr>
        <p:spPr>
          <a:xfrm>
            <a:off x="7547852" y="2704067"/>
            <a:ext cx="10017208" cy="23876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b="1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chemeClr val="tx1"/>
                </a:solidFill>
              </a:rPr>
              <a:t>3</a:t>
            </a:r>
            <a:r>
              <a:rPr lang="en-US" sz="3600" dirty="0">
                <a:solidFill>
                  <a:schemeClr val="tx1"/>
                </a:solidFill>
                <a:latin typeface="BIZ UDPGothic" panose="020B0400000000000000" pitchFamily="34" charset="-128"/>
                <a:ea typeface="BIZ UDPGothic" panose="020B0400000000000000" pitchFamily="34" charset="-128"/>
              </a:rPr>
              <a:t>I</a:t>
            </a:r>
            <a:r>
              <a:rPr lang="en-US" sz="4400" dirty="0">
                <a:solidFill>
                  <a:schemeClr val="tx1"/>
                </a:solidFill>
              </a:rPr>
              <a:t>-POWERED</a:t>
            </a:r>
          </a:p>
          <a:p>
            <a:r>
              <a:rPr lang="en-US" sz="4400" dirty="0">
                <a:solidFill>
                  <a:schemeClr val="tx1"/>
                </a:solidFill>
              </a:rPr>
              <a:t>DASHBOARD DEMO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3EE803-D909-AC94-A19E-3819209B0E3B}"/>
              </a:ext>
            </a:extLst>
          </p:cNvPr>
          <p:cNvSpPr txBox="1"/>
          <p:nvPr/>
        </p:nvSpPr>
        <p:spPr>
          <a:xfrm>
            <a:off x="21020" y="6583258"/>
            <a:ext cx="12086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@freepik</a:t>
            </a:r>
            <a:endParaRPr lang="en-SG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4894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5A27B-13C7-BF6B-45A0-BAAA0EA1D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2832C7-B258-282D-6E6F-2EEDE3D4E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6532E8-7AA1-3C96-00FD-9A3A4C396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Driving Growth &amp; Efficiency in FMCG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87E79-8009-D1F3-BF50-737E9DE44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69BB-9CF1-436E-9ADF-E46804694E4E}" type="slidenum">
              <a:rPr lang="en-US" smtClean="0"/>
              <a:t>8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F8F7BB-E414-F1FC-B774-43A944F99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6313" y="136525"/>
            <a:ext cx="10815687" cy="1325563"/>
          </a:xfrm>
        </p:spPr>
        <p:txBody>
          <a:bodyPr>
            <a:normAutofit/>
          </a:bodyPr>
          <a:lstStyle/>
          <a:p>
            <a:r>
              <a:rPr lang="en-US" dirty="0"/>
              <a:t>DESIRED OUTCOMES</a:t>
            </a:r>
          </a:p>
        </p:txBody>
      </p:sp>
      <p:sp>
        <p:nvSpPr>
          <p:cNvPr id="15" name="Content Placeholder 16">
            <a:extLst>
              <a:ext uri="{FF2B5EF4-FFF2-40B4-BE49-F238E27FC236}">
                <a16:creationId xmlns:a16="http://schemas.microsoft.com/office/drawing/2014/main" id="{E9D78AB8-2EA1-7514-EEA0-47CA5EB8DC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152" y="1807329"/>
            <a:ext cx="11862847" cy="42592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/>
          </a:p>
          <a:p>
            <a:endParaRPr lang="en-SG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5DBF83-1F4F-B572-B6B5-432FED831CF1}"/>
              </a:ext>
            </a:extLst>
          </p:cNvPr>
          <p:cNvSpPr txBox="1"/>
          <p:nvPr/>
        </p:nvSpPr>
        <p:spPr>
          <a:xfrm>
            <a:off x="687372" y="2191092"/>
            <a:ext cx="10502245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SG" sz="3600" b="1" dirty="0"/>
              <a:t>Make quick, informed decisions </a:t>
            </a:r>
            <a:r>
              <a:rPr lang="en-SG" sz="3600" dirty="0"/>
              <a:t>on how to diversify revenue stream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SG" sz="3600" b="1" dirty="0"/>
              <a:t>Proactive inventory management </a:t>
            </a:r>
            <a:r>
              <a:rPr lang="en-SG" sz="3600" dirty="0"/>
              <a:t>optimised to reduce loss in revenue and costs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SG" sz="3600" b="1" dirty="0"/>
              <a:t>Accelerate growth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137642-AA6B-C1D5-31D2-2A04B7BB7809}"/>
              </a:ext>
            </a:extLst>
          </p:cNvPr>
          <p:cNvSpPr txBox="1"/>
          <p:nvPr/>
        </p:nvSpPr>
        <p:spPr>
          <a:xfrm>
            <a:off x="5842000" y="1052969"/>
            <a:ext cx="6064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HOW THE SOLUTION SUPPORTS STRATEGY IMPLEMENATION</a:t>
            </a:r>
            <a:endParaRPr lang="en-S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8269266"/>
      </p:ext>
    </p:extLst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102_T_PGO_Template-Finance-16_9" id="{426C50CF-778B-487E-9378-1BC294E37EA6}" vid="{F91C419C-9E4A-455F-87F9-DCCCFBEE6E1B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102_T_PGO_Template-Finance-16_9" id="{426C50CF-778B-487E-9378-1BC294E37EA6}" vid="{69EDBCC9-4882-4C21-B0C6-FA25AF7A885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0102_T_PGO_Template-Finance-16_9</Template>
  <TotalTime>2692</TotalTime>
  <Words>434</Words>
  <Application>Microsoft Office PowerPoint</Application>
  <PresentationFormat>Widescreen</PresentationFormat>
  <Paragraphs>96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BIZ UDPGothic</vt:lpstr>
      <vt:lpstr>Arial</vt:lpstr>
      <vt:lpstr>Calibri</vt:lpstr>
      <vt:lpstr>Calibri Light</vt:lpstr>
      <vt:lpstr>Open Sans</vt:lpstr>
      <vt:lpstr>1_Custom Design</vt:lpstr>
      <vt:lpstr>Custom Design</vt:lpstr>
      <vt:lpstr>driving growth and efficiency in fmcg</vt:lpstr>
      <vt:lpstr>About the company</vt:lpstr>
      <vt:lpstr>PowerPoint Presentation</vt:lpstr>
      <vt:lpstr>Current siloed systems HINDER strategy implementation</vt:lpstr>
      <vt:lpstr>USING 3Is TO PROPEL GROWTH</vt:lpstr>
      <vt:lpstr>IMPACT ANALYSIS FOR KEY FEATURES</vt:lpstr>
      <vt:lpstr>PowerPoint Presentation</vt:lpstr>
      <vt:lpstr>DESIRED OUTCOMES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Irene Aw</dc:creator>
  <dc:description>© Copyright PresentationGo.com</dc:description>
  <cp:lastModifiedBy>Irene Aw</cp:lastModifiedBy>
  <cp:revision>132</cp:revision>
  <dcterms:created xsi:type="dcterms:W3CDTF">2025-11-21T13:43:29Z</dcterms:created>
  <dcterms:modified xsi:type="dcterms:W3CDTF">2025-11-29T02:45:14Z</dcterms:modified>
  <cp:category>Templates</cp:category>
</cp:coreProperties>
</file>